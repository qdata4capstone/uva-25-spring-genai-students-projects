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8AHr6MDSCSl42VoEVv8V/d618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motivation of this project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Here, we make the claim of this project.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Here, we make the claim of this project.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is our proposed solution. 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the rest of this presentation, I’m going to talk about following contents: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9" name="Google Shape;49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0" name="Google Shape;50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6" name="Google Shape;66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4" name="Google Shape;74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152400" y="2590800"/>
            <a:ext cx="8839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Decoding Feature Disambiguation In Polysemantic Neurons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52400" y="3962400"/>
            <a:ext cx="883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Matthew Nguyen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6200" y="4419600"/>
            <a:ext cx="883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05/10/2025</a:t>
            </a:r>
            <a:endParaRPr/>
          </a:p>
        </p:txBody>
      </p:sp>
      <p:sp>
        <p:nvSpPr>
          <p:cNvPr id="97" name="Google Shape;97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63700" y="2292663"/>
            <a:ext cx="8423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Polysemantic neurons muddle multiple concepts into a single channel → opaque model reasoning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Downstream systems must “know” when to trust or cancel an ambiguous signal; understanding how is critical for reliability and editing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Decoding the disambiguation mechanism can guide new interpretability tools and more robust architectures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Background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96550" y="2367000"/>
            <a:ext cx="855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Polysemanticity: one neuron fires for several unrelated features due to superposition/compression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Residual stream = vector sum of all neurons; later layers (or neighbours) can add/cancel directions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Related Work</a:t>
            </a:r>
            <a:endParaRPr/>
          </a:p>
        </p:txBody>
      </p:sp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264450" y="2228400"/>
            <a:ext cx="8615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Circuits &amp; feature “atoms” (Olah et al.; Anthropic SAEs) try to find monosemantic bases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Superposition theory (Hubinger et al.) shows sparse features overlap and need nonlinear filters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Dreyer et al., Marks et al. propose algorithmic disentanglement; this work observes native disambiguation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Claim / Target Task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304500" y="2287075"/>
            <a:ext cx="8535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We want to see how a model disambiguates different features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Claim: small context‑specific neuron teams cancel / reinforce a polysemantic neuron, steering logits correctly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One‑layer Transformer (GELU‑1L) offers a minimal testbed: only attention + MLP before unembedding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373063" y="152400"/>
            <a:ext cx="87709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An Intuitive Figure Showing WHY Claim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75" y="1483450"/>
            <a:ext cx="6248399" cy="5238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Proposed Solution</a:t>
            </a:r>
            <a:endParaRPr b="0" i="0" sz="3600" u="none" cap="none" strike="noStrike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descr="Inline image 1" id="143" name="Google Shape;143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ttps://www.uni-marburg.de/sprachenzentrum/sprachen-tandem/icons/classic-timer-icon" id="144" name="Google Shape;144;p7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272550" y="1873450"/>
            <a:ext cx="8598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Quantify contribution vector for a polysemantic neuron: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Measure cosine between v_amb and rest‑of‑layer to detect cancellation vs reinforcement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Identify &amp; ablate top k neurons with strongest negative (or positive) alignment per context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150" y="2423450"/>
            <a:ext cx="4165324" cy="9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/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264450" y="2315250"/>
            <a:ext cx="8615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Framework: Transformer‑Lens hooks; one forward pass captures activations and residuals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Vector arithmetic &amp; dot‑products in PyTorch; no retraining required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Ablation via hook that zeros selected neuron activations during inference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373063" y="152400"/>
            <a:ext cx="68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Data Summary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208500" y="1697575"/>
            <a:ext cx="8727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Two evaluation prompts representative of each feature + 100 random validation prompts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Experimental Results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168550" y="2090138"/>
            <a:ext cx="8679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Cosine(v amb, rest) = +0.22 in English (reinforce), –0.30 in code (cancel)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Context‑A canceler set (5 neurons) ↑ “and” logit margin +0.49 logits when ablated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Context‑B canceler set ↓ “range” logit margin –0.94 logits when ablated; cross‑context ablations ≈ 0 effect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Experimental Analysis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373075" y="2151450"/>
            <a:ext cx="8679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Disambiguator sets are disjoint→ highly targeted control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Removing both canceler sets lets punctuation tokens dominate, confirming 2029’s raw direction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Similar patterns found for 3 other polysemantic neurons, suggesting general phenomenon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Conclusion and Future Work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499725" y="2209125"/>
            <a:ext cx="8087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Pre-activation attention analysis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Scale insight to deeper models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Explore disambiguator circuits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D4D4D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36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D4D4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3" name="Google Shape;193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656100" y="1752588"/>
            <a:ext cx="7831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Olah et al., “Zoom In” (2020) – polysemantic neurons &amp; circuits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Hubinger et al., “Superposition, a Survey” (2022)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Dreyer et al., “PURE: Disentangling Polysemantic Neurons” (2024)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Marks et al., “Sparse Feature Circuits” (ICLR 2025)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Dunefsky et al., “MLP Transcoders for Mechanistic Interpretability” (2024)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2009-01-05T15:07:26Z</dcterms:created>
  <dc:creator>User</dc:creator>
</cp:coreProperties>
</file>