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4"/>
  </p:notesMasterIdLst>
  <p:handoutMasterIdLst>
    <p:handoutMasterId r:id="rId25"/>
  </p:handoutMasterIdLst>
  <p:sldIdLst>
    <p:sldId id="256" r:id="rId2"/>
    <p:sldId id="315" r:id="rId3"/>
    <p:sldId id="259" r:id="rId4"/>
    <p:sldId id="262" r:id="rId5"/>
    <p:sldId id="260" r:id="rId6"/>
    <p:sldId id="311" r:id="rId7"/>
    <p:sldId id="268" r:id="rId8"/>
    <p:sldId id="309" r:id="rId9"/>
    <p:sldId id="317" r:id="rId10"/>
    <p:sldId id="312" r:id="rId11"/>
    <p:sldId id="310" r:id="rId12"/>
    <p:sldId id="316" r:id="rId13"/>
    <p:sldId id="290" r:id="rId14"/>
    <p:sldId id="306" r:id="rId15"/>
    <p:sldId id="307" r:id="rId16"/>
    <p:sldId id="319" r:id="rId17"/>
    <p:sldId id="308" r:id="rId18"/>
    <p:sldId id="286" r:id="rId19"/>
    <p:sldId id="318" r:id="rId20"/>
    <p:sldId id="305" r:id="rId21"/>
    <p:sldId id="313" r:id="rId22"/>
    <p:sldId id="314" r:id="rId2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003366"/>
    <a:srgbClr val="300448"/>
    <a:srgbClr val="000066"/>
    <a:srgbClr val="333399"/>
    <a:srgbClr val="6600CC"/>
    <a:srgbClr val="3366FF"/>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EEA968-76B4-4D58-A113-0EDF25BAA1B2}" v="29" dt="2025-04-28T01:49:32.348"/>
    <p1510:client id="{7DFC9865-653F-40B6-B9A6-5C175EAA30EF}" v="56" dt="2025-04-28T05:11:45.017"/>
    <p1510:client id="{C46275F9-C42D-47E3-A618-C819750F2E3F}" v="8" dt="2025-04-28T18:21:32.4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146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Kakkar" userId="3a5c885856d69a9b" providerId="LiveId" clId="{7DFC9865-653F-40B6-B9A6-5C175EAA30EF}"/>
    <pc:docChg chg="undo custSel addSld delSld modSld sldOrd">
      <pc:chgData name="Aditya Kakkar" userId="3a5c885856d69a9b" providerId="LiveId" clId="{7DFC9865-653F-40B6-B9A6-5C175EAA30EF}" dt="2025-04-28T07:49:19.797" v="1009"/>
      <pc:docMkLst>
        <pc:docMk/>
      </pc:docMkLst>
      <pc:sldChg chg="modSp mod">
        <pc:chgData name="Aditya Kakkar" userId="3a5c885856d69a9b" providerId="LiveId" clId="{7DFC9865-653F-40B6-B9A6-5C175EAA30EF}" dt="2025-04-28T04:38:32.094" v="892" actId="20577"/>
        <pc:sldMkLst>
          <pc:docMk/>
          <pc:sldMk cId="0" sldId="256"/>
        </pc:sldMkLst>
        <pc:spChg chg="mod">
          <ac:chgData name="Aditya Kakkar" userId="3a5c885856d69a9b" providerId="LiveId" clId="{7DFC9865-653F-40B6-B9A6-5C175EAA30EF}" dt="2025-04-28T04:38:32.094" v="892" actId="20577"/>
          <ac:spMkLst>
            <pc:docMk/>
            <pc:sldMk cId="0" sldId="256"/>
            <ac:spMk id="2052" creationId="{00000000-0000-0000-0000-000000000000}"/>
          </ac:spMkLst>
        </pc:spChg>
      </pc:sldChg>
      <pc:sldChg chg="modSp mod">
        <pc:chgData name="Aditya Kakkar" userId="3a5c885856d69a9b" providerId="LiveId" clId="{7DFC9865-653F-40B6-B9A6-5C175EAA30EF}" dt="2025-04-28T02:01:01.411" v="1" actId="14100"/>
        <pc:sldMkLst>
          <pc:docMk/>
          <pc:sldMk cId="0" sldId="260"/>
        </pc:sldMkLst>
        <pc:spChg chg="mod">
          <ac:chgData name="Aditya Kakkar" userId="3a5c885856d69a9b" providerId="LiveId" clId="{7DFC9865-653F-40B6-B9A6-5C175EAA30EF}" dt="2025-04-28T02:01:01.411" v="1" actId="14100"/>
          <ac:spMkLst>
            <pc:docMk/>
            <pc:sldMk cId="0" sldId="260"/>
            <ac:spMk id="3" creationId="{4CA4F99D-8922-CBF5-EEA1-0FE1D0A2FE8E}"/>
          </ac:spMkLst>
        </pc:spChg>
      </pc:sldChg>
      <pc:sldChg chg="modSp mod">
        <pc:chgData name="Aditya Kakkar" userId="3a5c885856d69a9b" providerId="LiveId" clId="{7DFC9865-653F-40B6-B9A6-5C175EAA30EF}" dt="2025-04-28T04:33:51.925" v="873" actId="20577"/>
        <pc:sldMkLst>
          <pc:docMk/>
          <pc:sldMk cId="0" sldId="262"/>
        </pc:sldMkLst>
        <pc:spChg chg="mod">
          <ac:chgData name="Aditya Kakkar" userId="3a5c885856d69a9b" providerId="LiveId" clId="{7DFC9865-653F-40B6-B9A6-5C175EAA30EF}" dt="2025-04-28T04:33:51.925" v="873" actId="20577"/>
          <ac:spMkLst>
            <pc:docMk/>
            <pc:sldMk cId="0" sldId="262"/>
            <ac:spMk id="2" creationId="{64D84BE8-9D8F-71DE-9ED2-E0392811FEA9}"/>
          </ac:spMkLst>
        </pc:spChg>
      </pc:sldChg>
      <pc:sldChg chg="addSp delSp modSp mod modNotesTx">
        <pc:chgData name="Aditya Kakkar" userId="3a5c885856d69a9b" providerId="LiveId" clId="{7DFC9865-653F-40B6-B9A6-5C175EAA30EF}" dt="2025-04-28T07:48:49.283" v="1006"/>
        <pc:sldMkLst>
          <pc:docMk/>
          <pc:sldMk cId="0" sldId="290"/>
        </pc:sldMkLst>
        <pc:spChg chg="del">
          <ac:chgData name="Aditya Kakkar" userId="3a5c885856d69a9b" providerId="LiveId" clId="{7DFC9865-653F-40B6-B9A6-5C175EAA30EF}" dt="2025-04-28T02:52:44.887" v="76" actId="478"/>
          <ac:spMkLst>
            <pc:docMk/>
            <pc:sldMk cId="0" sldId="290"/>
            <ac:spMk id="3075" creationId="{00000000-0000-0000-0000-000000000000}"/>
          </ac:spMkLst>
        </pc:spChg>
        <pc:graphicFrameChg chg="add mod modGraphic">
          <ac:chgData name="Aditya Kakkar" userId="3a5c885856d69a9b" providerId="LiveId" clId="{7DFC9865-653F-40B6-B9A6-5C175EAA30EF}" dt="2025-04-28T03:36:51.620" v="432" actId="1076"/>
          <ac:graphicFrameMkLst>
            <pc:docMk/>
            <pc:sldMk cId="0" sldId="290"/>
            <ac:graphicFrameMk id="3" creationId="{9E201413-D4F3-7A74-1F94-C9FE52A4B21B}"/>
          </ac:graphicFrameMkLst>
        </pc:graphicFrameChg>
      </pc:sldChg>
      <pc:sldChg chg="del">
        <pc:chgData name="Aditya Kakkar" userId="3a5c885856d69a9b" providerId="LiveId" clId="{7DFC9865-653F-40B6-B9A6-5C175EAA30EF}" dt="2025-04-28T02:06:03.259" v="8" actId="2696"/>
        <pc:sldMkLst>
          <pc:docMk/>
          <pc:sldMk cId="945773410" sldId="304"/>
        </pc:sldMkLst>
      </pc:sldChg>
      <pc:sldChg chg="addSp modSp mod modNotesTx">
        <pc:chgData name="Aditya Kakkar" userId="3a5c885856d69a9b" providerId="LiveId" clId="{7DFC9865-653F-40B6-B9A6-5C175EAA30EF}" dt="2025-04-28T07:49:12.925" v="1008"/>
        <pc:sldMkLst>
          <pc:docMk/>
          <pc:sldMk cId="2208056341" sldId="305"/>
        </pc:sldMkLst>
        <pc:spChg chg="add">
          <ac:chgData name="Aditya Kakkar" userId="3a5c885856d69a9b" providerId="LiveId" clId="{7DFC9865-653F-40B6-B9A6-5C175EAA30EF}" dt="2025-04-28T03:52:26.419" v="434"/>
          <ac:spMkLst>
            <pc:docMk/>
            <pc:sldMk cId="2208056341" sldId="305"/>
            <ac:spMk id="3" creationId="{15300765-8B44-5D75-1D00-B793E8C56EA8}"/>
          </ac:spMkLst>
        </pc:spChg>
        <pc:spChg chg="add mod">
          <ac:chgData name="Aditya Kakkar" userId="3a5c885856d69a9b" providerId="LiveId" clId="{7DFC9865-653F-40B6-B9A6-5C175EAA30EF}" dt="2025-04-28T04:35:33.702" v="886" actId="20577"/>
          <ac:spMkLst>
            <pc:docMk/>
            <pc:sldMk cId="2208056341" sldId="305"/>
            <ac:spMk id="4" creationId="{E34D97E4-9356-D76C-6D27-7845D1632DB2}"/>
          </ac:spMkLst>
        </pc:spChg>
        <pc:spChg chg="mod">
          <ac:chgData name="Aditya Kakkar" userId="3a5c885856d69a9b" providerId="LiveId" clId="{7DFC9865-653F-40B6-B9A6-5C175EAA30EF}" dt="2025-04-28T03:52:29.495" v="435" actId="20577"/>
          <ac:spMkLst>
            <pc:docMk/>
            <pc:sldMk cId="2208056341" sldId="305"/>
            <ac:spMk id="53250" creationId="{00000000-0000-0000-0000-000000000000}"/>
          </ac:spMkLst>
        </pc:spChg>
      </pc:sldChg>
      <pc:sldChg chg="modNotesTx">
        <pc:chgData name="Aditya Kakkar" userId="3a5c885856d69a9b" providerId="LiveId" clId="{7DFC9865-653F-40B6-B9A6-5C175EAA30EF}" dt="2025-04-28T04:20:39.197" v="821" actId="6549"/>
        <pc:sldMkLst>
          <pc:docMk/>
          <pc:sldMk cId="461079532" sldId="306"/>
        </pc:sldMkLst>
      </pc:sldChg>
      <pc:sldChg chg="modNotesTx">
        <pc:chgData name="Aditya Kakkar" userId="3a5c885856d69a9b" providerId="LiveId" clId="{7DFC9865-653F-40B6-B9A6-5C175EAA30EF}" dt="2025-04-28T04:20:26.654" v="819" actId="6549"/>
        <pc:sldMkLst>
          <pc:docMk/>
          <pc:sldMk cId="649885862" sldId="307"/>
        </pc:sldMkLst>
      </pc:sldChg>
      <pc:sldChg chg="modNotesTx">
        <pc:chgData name="Aditya Kakkar" userId="3a5c885856d69a9b" providerId="LiveId" clId="{7DFC9865-653F-40B6-B9A6-5C175EAA30EF}" dt="2025-04-28T04:20:34.025" v="820" actId="6549"/>
        <pc:sldMkLst>
          <pc:docMk/>
          <pc:sldMk cId="2279849148" sldId="308"/>
        </pc:sldMkLst>
      </pc:sldChg>
      <pc:sldChg chg="modSp mod">
        <pc:chgData name="Aditya Kakkar" userId="3a5c885856d69a9b" providerId="LiveId" clId="{7DFC9865-653F-40B6-B9A6-5C175EAA30EF}" dt="2025-04-28T04:34:28.491" v="876" actId="27918"/>
        <pc:sldMkLst>
          <pc:docMk/>
          <pc:sldMk cId="2075448999" sldId="309"/>
        </pc:sldMkLst>
        <pc:spChg chg="del">
          <ac:chgData name="Aditya Kakkar" userId="3a5c885856d69a9b" providerId="LiveId" clId="{7DFC9865-653F-40B6-B9A6-5C175EAA30EF}" dt="2025-04-28T02:05:28.496" v="3" actId="478"/>
          <ac:spMkLst>
            <pc:docMk/>
            <pc:sldMk cId="2075448999" sldId="309"/>
            <ac:spMk id="2" creationId="{00000000-0000-0000-0000-000000000000}"/>
          </ac:spMkLst>
        </pc:spChg>
        <pc:spChg chg="del">
          <ac:chgData name="Aditya Kakkar" userId="3a5c885856d69a9b" providerId="LiveId" clId="{7DFC9865-653F-40B6-B9A6-5C175EAA30EF}" dt="2025-04-28T02:05:28.496" v="3" actId="478"/>
          <ac:spMkLst>
            <pc:docMk/>
            <pc:sldMk cId="2075448999" sldId="309"/>
            <ac:spMk id="3" creationId="{F8A2626D-4B8C-4575-B784-EE73B579D015}"/>
          </ac:spMkLst>
        </pc:spChg>
        <pc:spChg chg="add mod">
          <ac:chgData name="Aditya Kakkar" userId="3a5c885856d69a9b" providerId="LiveId" clId="{7DFC9865-653F-40B6-B9A6-5C175EAA30EF}" dt="2025-04-28T02:05:49.651" v="6" actId="14100"/>
          <ac:spMkLst>
            <pc:docMk/>
            <pc:sldMk cId="2075448999" sldId="309"/>
            <ac:spMk id="4" creationId="{605B1E71-DBB9-BC5B-6401-B7E4189B517A}"/>
          </ac:spMkLst>
        </pc:spChg>
        <pc:spChg chg="del">
          <ac:chgData name="Aditya Kakkar" userId="3a5c885856d69a9b" providerId="LiveId" clId="{7DFC9865-653F-40B6-B9A6-5C175EAA30EF}" dt="2025-04-28T02:05:28.496" v="3" actId="478"/>
          <ac:spMkLst>
            <pc:docMk/>
            <pc:sldMk cId="2075448999" sldId="309"/>
            <ac:spMk id="10" creationId="{4C4FC44A-C06D-88BE-EFBC-32F1814731EB}"/>
          </ac:spMkLst>
        </pc:spChg>
        <pc:spChg chg="del">
          <ac:chgData name="Aditya Kakkar" userId="3a5c885856d69a9b" providerId="LiveId" clId="{7DFC9865-653F-40B6-B9A6-5C175EAA30EF}" dt="2025-04-28T02:05:28.496" v="3" actId="478"/>
          <ac:spMkLst>
            <pc:docMk/>
            <pc:sldMk cId="2075448999" sldId="309"/>
            <ac:spMk id="11" creationId="{CD8F4B5A-5198-3C5E-BC21-D1E37C4DAAC0}"/>
          </ac:spMkLst>
        </pc:spChg>
        <pc:spChg chg="del">
          <ac:chgData name="Aditya Kakkar" userId="3a5c885856d69a9b" providerId="LiveId" clId="{7DFC9865-653F-40B6-B9A6-5C175EAA30EF}" dt="2025-04-28T02:05:28.496" v="3" actId="478"/>
          <ac:spMkLst>
            <pc:docMk/>
            <pc:sldMk cId="2075448999" sldId="309"/>
            <ac:spMk id="12" creationId="{B36EDF23-F070-2AD7-060C-2141D927B4D4}"/>
          </ac:spMkLst>
        </pc:spChg>
        <pc:spChg chg="del">
          <ac:chgData name="Aditya Kakkar" userId="3a5c885856d69a9b" providerId="LiveId" clId="{7DFC9865-653F-40B6-B9A6-5C175EAA30EF}" dt="2025-04-28T02:05:28.496" v="3" actId="478"/>
          <ac:spMkLst>
            <pc:docMk/>
            <pc:sldMk cId="2075448999" sldId="309"/>
            <ac:spMk id="25" creationId="{E64EFCDF-5AE7-8DC0-1D5A-63DEF5FE8DFA}"/>
          </ac:spMkLst>
        </pc:spChg>
        <pc:spChg chg="del">
          <ac:chgData name="Aditya Kakkar" userId="3a5c885856d69a9b" providerId="LiveId" clId="{7DFC9865-653F-40B6-B9A6-5C175EAA30EF}" dt="2025-04-28T02:05:28.496" v="3" actId="478"/>
          <ac:spMkLst>
            <pc:docMk/>
            <pc:sldMk cId="2075448999" sldId="309"/>
            <ac:spMk id="7170" creationId="{00000000-0000-0000-0000-000000000000}"/>
          </ac:spMkLst>
        </pc:spChg>
        <pc:graphicFrameChg chg="modGraphic">
          <ac:chgData name="Aditya Kakkar" userId="3a5c885856d69a9b" providerId="LiveId" clId="{7DFC9865-653F-40B6-B9A6-5C175EAA30EF}" dt="2025-04-28T02:08:45.702" v="33"/>
          <ac:graphicFrameMkLst>
            <pc:docMk/>
            <pc:sldMk cId="2075448999" sldId="309"/>
            <ac:graphicFrameMk id="7" creationId="{13E8B830-BF21-7471-B2DF-38ED7AD0587B}"/>
          </ac:graphicFrameMkLst>
        </pc:graphicFrameChg>
        <pc:graphicFrameChg chg="add mod">
          <ac:chgData name="Aditya Kakkar" userId="3a5c885856d69a9b" providerId="LiveId" clId="{7DFC9865-653F-40B6-B9A6-5C175EAA30EF}" dt="2025-04-28T02:19:58.069" v="71" actId="1076"/>
          <ac:graphicFrameMkLst>
            <pc:docMk/>
            <pc:sldMk cId="2075448999" sldId="309"/>
            <ac:graphicFrameMk id="13" creationId="{FCD3A95E-88E5-14AC-7C82-8233D610F6A3}"/>
          </ac:graphicFrameMkLst>
        </pc:graphicFrameChg>
        <pc:picChg chg="add mod">
          <ac:chgData name="Aditya Kakkar" userId="3a5c885856d69a9b" providerId="LiveId" clId="{7DFC9865-653F-40B6-B9A6-5C175EAA30EF}" dt="2025-04-28T02:20:05.001" v="74" actId="1076"/>
          <ac:picMkLst>
            <pc:docMk/>
            <pc:sldMk cId="2075448999" sldId="309"/>
            <ac:picMk id="14" creationId="{BB3B1019-11A8-E762-E09E-C23A43E6949A}"/>
          </ac:picMkLst>
        </pc:picChg>
        <pc:picChg chg="del">
          <ac:chgData name="Aditya Kakkar" userId="3a5c885856d69a9b" providerId="LiveId" clId="{7DFC9865-653F-40B6-B9A6-5C175EAA30EF}" dt="2025-04-28T02:05:28.496" v="3" actId="478"/>
          <ac:picMkLst>
            <pc:docMk/>
            <pc:sldMk cId="2075448999" sldId="309"/>
            <ac:picMk id="1026" creationId="{22AACC3C-ED02-DB03-5AAF-07C75839245E}"/>
          </ac:picMkLst>
        </pc:picChg>
        <pc:picChg chg="del">
          <ac:chgData name="Aditya Kakkar" userId="3a5c885856d69a9b" providerId="LiveId" clId="{7DFC9865-653F-40B6-B9A6-5C175EAA30EF}" dt="2025-04-28T02:05:28.496" v="3" actId="478"/>
          <ac:picMkLst>
            <pc:docMk/>
            <pc:sldMk cId="2075448999" sldId="309"/>
            <ac:picMk id="1028" creationId="{A746C2E7-DBE9-A983-5B23-E396377B914A}"/>
          </ac:picMkLst>
        </pc:picChg>
        <pc:picChg chg="del">
          <ac:chgData name="Aditya Kakkar" userId="3a5c885856d69a9b" providerId="LiveId" clId="{7DFC9865-653F-40B6-B9A6-5C175EAA30EF}" dt="2025-04-28T02:05:28.496" v="3" actId="478"/>
          <ac:picMkLst>
            <pc:docMk/>
            <pc:sldMk cId="2075448999" sldId="309"/>
            <ac:picMk id="1032" creationId="{1357B1EA-6194-73C4-DCDE-B6684117FDBF}"/>
          </ac:picMkLst>
        </pc:picChg>
      </pc:sldChg>
      <pc:sldChg chg="modSp add mod modNotesTx">
        <pc:chgData name="Aditya Kakkar" userId="3a5c885856d69a9b" providerId="LiveId" clId="{7DFC9865-653F-40B6-B9A6-5C175EAA30EF}" dt="2025-04-28T05:08:48.898" v="919" actId="20577"/>
        <pc:sldMkLst>
          <pc:docMk/>
          <pc:sldMk cId="2417376480" sldId="310"/>
        </pc:sldMkLst>
        <pc:spChg chg="mod">
          <ac:chgData name="Aditya Kakkar" userId="3a5c885856d69a9b" providerId="LiveId" clId="{7DFC9865-653F-40B6-B9A6-5C175EAA30EF}" dt="2025-04-28T05:08:43.488" v="911" actId="20577"/>
          <ac:spMkLst>
            <pc:docMk/>
            <pc:sldMk cId="2417376480" sldId="310"/>
            <ac:spMk id="3" creationId="{4F15BB9C-E4A0-96CB-BCE9-1A60C66C1A3F}"/>
          </ac:spMkLst>
        </pc:spChg>
        <pc:spChg chg="mod">
          <ac:chgData name="Aditya Kakkar" userId="3a5c885856d69a9b" providerId="LiveId" clId="{7DFC9865-653F-40B6-B9A6-5C175EAA30EF}" dt="2025-04-28T04:33:38.318" v="867" actId="20577"/>
          <ac:spMkLst>
            <pc:docMk/>
            <pc:sldMk cId="2417376480" sldId="310"/>
            <ac:spMk id="10" creationId="{3FD350AA-E013-2A02-060B-86069F4706A7}"/>
          </ac:spMkLst>
        </pc:spChg>
        <pc:spChg chg="mod">
          <ac:chgData name="Aditya Kakkar" userId="3a5c885856d69a9b" providerId="LiveId" clId="{7DFC9865-653F-40B6-B9A6-5C175EAA30EF}" dt="2025-04-28T05:08:48.898" v="919" actId="20577"/>
          <ac:spMkLst>
            <pc:docMk/>
            <pc:sldMk cId="2417376480" sldId="310"/>
            <ac:spMk id="11" creationId="{88E5E1E3-F13F-C408-2FD2-109148F315C6}"/>
          </ac:spMkLst>
        </pc:spChg>
        <pc:spChg chg="mod">
          <ac:chgData name="Aditya Kakkar" userId="3a5c885856d69a9b" providerId="LiveId" clId="{7DFC9865-653F-40B6-B9A6-5C175EAA30EF}" dt="2025-04-28T02:05:59.176" v="7"/>
          <ac:spMkLst>
            <pc:docMk/>
            <pc:sldMk cId="2417376480" sldId="310"/>
            <ac:spMk id="7170" creationId="{83C75A35-796A-3B83-6A4E-CA7CD76C4BC3}"/>
          </ac:spMkLst>
        </pc:spChg>
      </pc:sldChg>
      <pc:sldChg chg="addSp delSp modSp add mod">
        <pc:chgData name="Aditya Kakkar" userId="3a5c885856d69a9b" providerId="LiveId" clId="{7DFC9865-653F-40B6-B9A6-5C175EAA30EF}" dt="2025-04-28T04:02:10.248" v="578" actId="1076"/>
        <pc:sldMkLst>
          <pc:docMk/>
          <pc:sldMk cId="4023620267" sldId="311"/>
        </pc:sldMkLst>
        <pc:spChg chg="del mod">
          <ac:chgData name="Aditya Kakkar" userId="3a5c885856d69a9b" providerId="LiveId" clId="{7DFC9865-653F-40B6-B9A6-5C175EAA30EF}" dt="2025-04-28T03:54:04.282" v="445"/>
          <ac:spMkLst>
            <pc:docMk/>
            <pc:sldMk cId="4023620267" sldId="311"/>
            <ac:spMk id="3" creationId="{788A758F-7124-B1B4-8165-BE84FE54A1B4}"/>
          </ac:spMkLst>
        </pc:spChg>
        <pc:spChg chg="mod">
          <ac:chgData name="Aditya Kakkar" userId="3a5c885856d69a9b" providerId="LiveId" clId="{7DFC9865-653F-40B6-B9A6-5C175EAA30EF}" dt="2025-04-28T03:54:10.475" v="456" actId="20577"/>
          <ac:spMkLst>
            <pc:docMk/>
            <pc:sldMk cId="4023620267" sldId="311"/>
            <ac:spMk id="6146" creationId="{636E095C-9077-3B9A-9E80-B76095AAFDB9}"/>
          </ac:spMkLst>
        </pc:spChg>
        <pc:graphicFrameChg chg="add del mod modGraphic">
          <ac:chgData name="Aditya Kakkar" userId="3a5c885856d69a9b" providerId="LiveId" clId="{7DFC9865-653F-40B6-B9A6-5C175EAA30EF}" dt="2025-04-28T04:02:10.248" v="578" actId="1076"/>
          <ac:graphicFrameMkLst>
            <pc:docMk/>
            <pc:sldMk cId="4023620267" sldId="311"/>
            <ac:graphicFrameMk id="4" creationId="{4B1D2363-2777-3659-D766-560EDB4A47E7}"/>
          </ac:graphicFrameMkLst>
        </pc:graphicFrameChg>
      </pc:sldChg>
      <pc:sldChg chg="addSp delSp modSp add mod ord">
        <pc:chgData name="Aditya Kakkar" userId="3a5c885856d69a9b" providerId="LiveId" clId="{7DFC9865-653F-40B6-B9A6-5C175EAA30EF}" dt="2025-04-28T04:33:32.044" v="866" actId="20577"/>
        <pc:sldMkLst>
          <pc:docMk/>
          <pc:sldMk cId="527334916" sldId="312"/>
        </pc:sldMkLst>
        <pc:spChg chg="del">
          <ac:chgData name="Aditya Kakkar" userId="3a5c885856d69a9b" providerId="LiveId" clId="{7DFC9865-653F-40B6-B9A6-5C175EAA30EF}" dt="2025-04-28T04:02:50.969" v="596" actId="478"/>
          <ac:spMkLst>
            <pc:docMk/>
            <pc:sldMk cId="527334916" sldId="312"/>
            <ac:spMk id="2" creationId="{A86DF3B4-45EE-E017-4BB8-7B852A47A6FB}"/>
          </ac:spMkLst>
        </pc:spChg>
        <pc:spChg chg="del">
          <ac:chgData name="Aditya Kakkar" userId="3a5c885856d69a9b" providerId="LiveId" clId="{7DFC9865-653F-40B6-B9A6-5C175EAA30EF}" dt="2025-04-28T04:02:48.667" v="595" actId="478"/>
          <ac:spMkLst>
            <pc:docMk/>
            <pc:sldMk cId="527334916" sldId="312"/>
            <ac:spMk id="3" creationId="{DED1FD43-7601-426A-158E-41A3385C8866}"/>
          </ac:spMkLst>
        </pc:spChg>
        <pc:spChg chg="add mod">
          <ac:chgData name="Aditya Kakkar" userId="3a5c885856d69a9b" providerId="LiveId" clId="{7DFC9865-653F-40B6-B9A6-5C175EAA30EF}" dt="2025-04-28T04:03:27.379" v="626" actId="20577"/>
          <ac:spMkLst>
            <pc:docMk/>
            <pc:sldMk cId="527334916" sldId="312"/>
            <ac:spMk id="4" creationId="{28B4BB96-55ED-7667-5636-7676BE01325B}"/>
          </ac:spMkLst>
        </pc:spChg>
        <pc:spChg chg="del">
          <ac:chgData name="Aditya Kakkar" userId="3a5c885856d69a9b" providerId="LiveId" clId="{7DFC9865-653F-40B6-B9A6-5C175EAA30EF}" dt="2025-04-28T04:02:50.969" v="596" actId="478"/>
          <ac:spMkLst>
            <pc:docMk/>
            <pc:sldMk cId="527334916" sldId="312"/>
            <ac:spMk id="10" creationId="{5D04D390-83ED-D582-379E-7BB818E52C60}"/>
          </ac:spMkLst>
        </pc:spChg>
        <pc:spChg chg="del">
          <ac:chgData name="Aditya Kakkar" userId="3a5c885856d69a9b" providerId="LiveId" clId="{7DFC9865-653F-40B6-B9A6-5C175EAA30EF}" dt="2025-04-28T04:02:50.969" v="596" actId="478"/>
          <ac:spMkLst>
            <pc:docMk/>
            <pc:sldMk cId="527334916" sldId="312"/>
            <ac:spMk id="11" creationId="{8373D5EE-B01E-4B33-01E1-95E1FD21529E}"/>
          </ac:spMkLst>
        </pc:spChg>
        <pc:spChg chg="del">
          <ac:chgData name="Aditya Kakkar" userId="3a5c885856d69a9b" providerId="LiveId" clId="{7DFC9865-653F-40B6-B9A6-5C175EAA30EF}" dt="2025-04-28T04:02:50.969" v="596" actId="478"/>
          <ac:spMkLst>
            <pc:docMk/>
            <pc:sldMk cId="527334916" sldId="312"/>
            <ac:spMk id="12" creationId="{B07B383E-3476-F45F-30AE-F80DCA4C6F1A}"/>
          </ac:spMkLst>
        </pc:spChg>
        <pc:spChg chg="del">
          <ac:chgData name="Aditya Kakkar" userId="3a5c885856d69a9b" providerId="LiveId" clId="{7DFC9865-653F-40B6-B9A6-5C175EAA30EF}" dt="2025-04-28T04:02:50.969" v="596" actId="478"/>
          <ac:spMkLst>
            <pc:docMk/>
            <pc:sldMk cId="527334916" sldId="312"/>
            <ac:spMk id="25" creationId="{18323D10-7C07-CCD1-97CE-FC568CD9A464}"/>
          </ac:spMkLst>
        </pc:spChg>
        <pc:spChg chg="del mod">
          <ac:chgData name="Aditya Kakkar" userId="3a5c885856d69a9b" providerId="LiveId" clId="{7DFC9865-653F-40B6-B9A6-5C175EAA30EF}" dt="2025-04-28T04:02:50.969" v="596" actId="478"/>
          <ac:spMkLst>
            <pc:docMk/>
            <pc:sldMk cId="527334916" sldId="312"/>
            <ac:spMk id="7170" creationId="{558CC66C-4051-C1A0-6919-2DF93AD2E27F}"/>
          </ac:spMkLst>
        </pc:spChg>
        <pc:graphicFrameChg chg="add mod modGraphic">
          <ac:chgData name="Aditya Kakkar" userId="3a5c885856d69a9b" providerId="LiveId" clId="{7DFC9865-653F-40B6-B9A6-5C175EAA30EF}" dt="2025-04-28T04:33:32.044" v="866" actId="20577"/>
          <ac:graphicFrameMkLst>
            <pc:docMk/>
            <pc:sldMk cId="527334916" sldId="312"/>
            <ac:graphicFrameMk id="5" creationId="{55A0B54E-30BA-EFE7-D7D1-D0D5DFC861F8}"/>
          </ac:graphicFrameMkLst>
        </pc:graphicFrameChg>
        <pc:picChg chg="del">
          <ac:chgData name="Aditya Kakkar" userId="3a5c885856d69a9b" providerId="LiveId" clId="{7DFC9865-653F-40B6-B9A6-5C175EAA30EF}" dt="2025-04-28T04:02:50.969" v="596" actId="478"/>
          <ac:picMkLst>
            <pc:docMk/>
            <pc:sldMk cId="527334916" sldId="312"/>
            <ac:picMk id="1026" creationId="{A3DDEF6F-21BA-27E8-86C7-2E973816B341}"/>
          </ac:picMkLst>
        </pc:picChg>
        <pc:picChg chg="del">
          <ac:chgData name="Aditya Kakkar" userId="3a5c885856d69a9b" providerId="LiveId" clId="{7DFC9865-653F-40B6-B9A6-5C175EAA30EF}" dt="2025-04-28T04:02:50.969" v="596" actId="478"/>
          <ac:picMkLst>
            <pc:docMk/>
            <pc:sldMk cId="527334916" sldId="312"/>
            <ac:picMk id="1028" creationId="{06EB04FA-F124-FC4A-C1B5-7A949A285448}"/>
          </ac:picMkLst>
        </pc:picChg>
        <pc:picChg chg="del">
          <ac:chgData name="Aditya Kakkar" userId="3a5c885856d69a9b" providerId="LiveId" clId="{7DFC9865-653F-40B6-B9A6-5C175EAA30EF}" dt="2025-04-28T04:02:50.969" v="596" actId="478"/>
          <ac:picMkLst>
            <pc:docMk/>
            <pc:sldMk cId="527334916" sldId="312"/>
            <ac:picMk id="1030" creationId="{740E4017-8AB0-5845-9BBE-AA376BE1DC5A}"/>
          </ac:picMkLst>
        </pc:picChg>
        <pc:picChg chg="del">
          <ac:chgData name="Aditya Kakkar" userId="3a5c885856d69a9b" providerId="LiveId" clId="{7DFC9865-653F-40B6-B9A6-5C175EAA30EF}" dt="2025-04-28T04:02:50.969" v="596" actId="478"/>
          <ac:picMkLst>
            <pc:docMk/>
            <pc:sldMk cId="527334916" sldId="312"/>
            <ac:picMk id="1032" creationId="{67468F2E-9A43-FF8A-9079-14F7C8A3F897}"/>
          </ac:picMkLst>
        </pc:picChg>
        <pc:cxnChg chg="mod">
          <ac:chgData name="Aditya Kakkar" userId="3a5c885856d69a9b" providerId="LiveId" clId="{7DFC9865-653F-40B6-B9A6-5C175EAA30EF}" dt="2025-04-28T04:02:48.667" v="595" actId="478"/>
          <ac:cxnSpMkLst>
            <pc:docMk/>
            <pc:sldMk cId="527334916" sldId="312"/>
            <ac:cxnSpMk id="18" creationId="{E19146AA-C2FF-F155-AC7B-BE146A69031C}"/>
          </ac:cxnSpMkLst>
        </pc:cxnChg>
      </pc:sldChg>
      <pc:sldChg chg="new del">
        <pc:chgData name="Aditya Kakkar" userId="3a5c885856d69a9b" providerId="LiveId" clId="{7DFC9865-653F-40B6-B9A6-5C175EAA30EF}" dt="2025-04-28T04:02:30.443" v="580" actId="680"/>
        <pc:sldMkLst>
          <pc:docMk/>
          <pc:sldMk cId="2268862108" sldId="312"/>
        </pc:sldMkLst>
      </pc:sldChg>
      <pc:sldChg chg="delSp modSp add mod modNotesTx">
        <pc:chgData name="Aditya Kakkar" userId="3a5c885856d69a9b" providerId="LiveId" clId="{7DFC9865-653F-40B6-B9A6-5C175EAA30EF}" dt="2025-04-28T07:49:19.797" v="1009"/>
        <pc:sldMkLst>
          <pc:docMk/>
          <pc:sldMk cId="2327216105" sldId="313"/>
        </pc:sldMkLst>
        <pc:spChg chg="del mod">
          <ac:chgData name="Aditya Kakkar" userId="3a5c885856d69a9b" providerId="LiveId" clId="{7DFC9865-653F-40B6-B9A6-5C175EAA30EF}" dt="2025-04-28T04:11:05" v="747"/>
          <ac:spMkLst>
            <pc:docMk/>
            <pc:sldMk cId="2327216105" sldId="313"/>
            <ac:spMk id="4" creationId="{DD5BE02C-CEA5-C876-DA01-8FDA45AB8F54}"/>
          </ac:spMkLst>
        </pc:spChg>
        <pc:spChg chg="mod">
          <ac:chgData name="Aditya Kakkar" userId="3a5c885856d69a9b" providerId="LiveId" clId="{7DFC9865-653F-40B6-B9A6-5C175EAA30EF}" dt="2025-04-28T04:11:03.018" v="745" actId="20577"/>
          <ac:spMkLst>
            <pc:docMk/>
            <pc:sldMk cId="2327216105" sldId="313"/>
            <ac:spMk id="27650" creationId="{C3527882-594D-6555-8D01-71621077DFF5}"/>
          </ac:spMkLst>
        </pc:spChg>
      </pc:sldChg>
      <pc:sldChg chg="addSp delSp modSp add mod setBg">
        <pc:chgData name="Aditya Kakkar" userId="3a5c885856d69a9b" providerId="LiveId" clId="{7DFC9865-653F-40B6-B9A6-5C175EAA30EF}" dt="2025-04-28T04:12:37.702" v="767" actId="26606"/>
        <pc:sldMkLst>
          <pc:docMk/>
          <pc:sldMk cId="95689647" sldId="314"/>
        </pc:sldMkLst>
        <pc:spChg chg="mod ord">
          <ac:chgData name="Aditya Kakkar" userId="3a5c885856d69a9b" providerId="LiveId" clId="{7DFC9865-653F-40B6-B9A6-5C175EAA30EF}" dt="2025-04-28T04:12:37.702" v="767" actId="26606"/>
          <ac:spMkLst>
            <pc:docMk/>
            <pc:sldMk cId="95689647" sldId="314"/>
            <ac:spMk id="2" creationId="{7866292D-A494-9F1C-DE8A-64CFC2B75F36}"/>
          </ac:spMkLst>
        </pc:spChg>
        <pc:spChg chg="add">
          <ac:chgData name="Aditya Kakkar" userId="3a5c885856d69a9b" providerId="LiveId" clId="{7DFC9865-653F-40B6-B9A6-5C175EAA30EF}" dt="2025-04-28T04:11:50.151" v="758"/>
          <ac:spMkLst>
            <pc:docMk/>
            <pc:sldMk cId="95689647" sldId="314"/>
            <ac:spMk id="3" creationId="{7344EE9A-CA91-7E99-CE10-8140E865A1F9}"/>
          </ac:spMkLst>
        </pc:spChg>
        <pc:spChg chg="add mod">
          <ac:chgData name="Aditya Kakkar" userId="3a5c885856d69a9b" providerId="LiveId" clId="{7DFC9865-653F-40B6-B9A6-5C175EAA30EF}" dt="2025-04-28T04:12:37.702" v="767" actId="26606"/>
          <ac:spMkLst>
            <pc:docMk/>
            <pc:sldMk cId="95689647" sldId="314"/>
            <ac:spMk id="27650" creationId="{83349952-F6A5-ED71-D1BB-3A03233D8A1D}"/>
          </ac:spMkLst>
        </pc:spChg>
        <pc:spChg chg="add mod ord">
          <ac:chgData name="Aditya Kakkar" userId="3a5c885856d69a9b" providerId="LiveId" clId="{7DFC9865-653F-40B6-B9A6-5C175EAA30EF}" dt="2025-04-28T04:12:37.702" v="767" actId="26606"/>
          <ac:spMkLst>
            <pc:docMk/>
            <pc:sldMk cId="95689647" sldId="314"/>
            <ac:spMk id="53250" creationId="{2EDDD70B-F3AB-8A34-6C9B-A348ADEA5E2B}"/>
          </ac:spMkLst>
        </pc:spChg>
        <pc:spChg chg="add del">
          <ac:chgData name="Aditya Kakkar" userId="3a5c885856d69a9b" providerId="LiveId" clId="{7DFC9865-653F-40B6-B9A6-5C175EAA30EF}" dt="2025-04-28T04:12:29.331" v="764" actId="26606"/>
          <ac:spMkLst>
            <pc:docMk/>
            <pc:sldMk cId="95689647" sldId="314"/>
            <ac:spMk id="53255" creationId="{870A1295-61BC-4214-AA3E-D396673024D0}"/>
          </ac:spMkLst>
        </pc:spChg>
        <pc:spChg chg="add del">
          <ac:chgData name="Aditya Kakkar" userId="3a5c885856d69a9b" providerId="LiveId" clId="{7DFC9865-653F-40B6-B9A6-5C175EAA30EF}" dt="2025-04-28T04:12:37.689" v="766" actId="26606"/>
          <ac:spMkLst>
            <pc:docMk/>
            <pc:sldMk cId="95689647" sldId="314"/>
            <ac:spMk id="53263" creationId="{0671A8AE-40A1-4631-A6B8-581AFF065482}"/>
          </ac:spMkLst>
        </pc:spChg>
        <pc:spChg chg="add del">
          <ac:chgData name="Aditya Kakkar" userId="3a5c885856d69a9b" providerId="LiveId" clId="{7DFC9865-653F-40B6-B9A6-5C175EAA30EF}" dt="2025-04-28T04:12:37.689" v="766" actId="26606"/>
          <ac:spMkLst>
            <pc:docMk/>
            <pc:sldMk cId="95689647" sldId="314"/>
            <ac:spMk id="53264" creationId="{AB58EF07-17C2-48CF-ABB0-EEF1F17CB8F0}"/>
          </ac:spMkLst>
        </pc:spChg>
        <pc:spChg chg="add del">
          <ac:chgData name="Aditya Kakkar" userId="3a5c885856d69a9b" providerId="LiveId" clId="{7DFC9865-653F-40B6-B9A6-5C175EAA30EF}" dt="2025-04-28T04:12:37.689" v="766" actId="26606"/>
          <ac:spMkLst>
            <pc:docMk/>
            <pc:sldMk cId="95689647" sldId="314"/>
            <ac:spMk id="53265" creationId="{AF2F604E-43BE-4DC3-B983-E071523364F8}"/>
          </ac:spMkLst>
        </pc:spChg>
        <pc:spChg chg="add del">
          <ac:chgData name="Aditya Kakkar" userId="3a5c885856d69a9b" providerId="LiveId" clId="{7DFC9865-653F-40B6-B9A6-5C175EAA30EF}" dt="2025-04-28T04:12:37.689" v="766" actId="26606"/>
          <ac:spMkLst>
            <pc:docMk/>
            <pc:sldMk cId="95689647" sldId="314"/>
            <ac:spMk id="53266" creationId="{08C9B587-E65E-4B52-B37C-ABEBB6E87928}"/>
          </ac:spMkLst>
        </pc:spChg>
        <pc:spChg chg="add">
          <ac:chgData name="Aditya Kakkar" userId="3a5c885856d69a9b" providerId="LiveId" clId="{7DFC9865-653F-40B6-B9A6-5C175EAA30EF}" dt="2025-04-28T04:12:37.702" v="767" actId="26606"/>
          <ac:spMkLst>
            <pc:docMk/>
            <pc:sldMk cId="95689647" sldId="314"/>
            <ac:spMk id="53268" creationId="{522A94E1-AEBD-4286-BFF8-0711E4CD3E3B}"/>
          </ac:spMkLst>
        </pc:spChg>
        <pc:grpChg chg="add del">
          <ac:chgData name="Aditya Kakkar" userId="3a5c885856d69a9b" providerId="LiveId" clId="{7DFC9865-653F-40B6-B9A6-5C175EAA30EF}" dt="2025-04-28T04:12:29.331" v="764" actId="26606"/>
          <ac:grpSpMkLst>
            <pc:docMk/>
            <pc:sldMk cId="95689647" sldId="314"/>
            <ac:grpSpMk id="53257" creationId="{0B139475-2B26-4CA9-9413-DE741E49F7BB}"/>
          </ac:grpSpMkLst>
        </pc:grpChg>
        <pc:picChg chg="add mod ord">
          <ac:chgData name="Aditya Kakkar" userId="3a5c885856d69a9b" providerId="LiveId" clId="{7DFC9865-653F-40B6-B9A6-5C175EAA30EF}" dt="2025-04-28T04:12:37.702" v="767" actId="26606"/>
          <ac:picMkLst>
            <pc:docMk/>
            <pc:sldMk cId="95689647" sldId="314"/>
            <ac:picMk id="2052" creationId="{56DA762F-425B-6999-CC5F-892090F6F989}"/>
          </ac:picMkLst>
        </pc:picChg>
      </pc:sldChg>
      <pc:sldChg chg="modSp new mod ord">
        <pc:chgData name="Aditya Kakkar" userId="3a5c885856d69a9b" providerId="LiveId" clId="{7DFC9865-653F-40B6-B9A6-5C175EAA30EF}" dt="2025-04-28T07:48:17.268" v="1003"/>
        <pc:sldMkLst>
          <pc:docMk/>
          <pc:sldMk cId="107675322" sldId="315"/>
        </pc:sldMkLst>
        <pc:spChg chg="mod">
          <ac:chgData name="Aditya Kakkar" userId="3a5c885856d69a9b" providerId="LiveId" clId="{7DFC9865-653F-40B6-B9A6-5C175EAA30EF}" dt="2025-04-28T04:13:35.796" v="790" actId="1076"/>
          <ac:spMkLst>
            <pc:docMk/>
            <pc:sldMk cId="107675322" sldId="315"/>
            <ac:spMk id="2" creationId="{1AB519ED-4F42-8E1B-95AC-3DC1A2378BC5}"/>
          </ac:spMkLst>
        </pc:spChg>
      </pc:sldChg>
      <pc:sldChg chg="modSp add mod ord">
        <pc:chgData name="Aditya Kakkar" userId="3a5c885856d69a9b" providerId="LiveId" clId="{7DFC9865-653F-40B6-B9A6-5C175EAA30EF}" dt="2025-04-28T07:48:22.199" v="1005"/>
        <pc:sldMkLst>
          <pc:docMk/>
          <pc:sldMk cId="3422041616" sldId="316"/>
        </pc:sldMkLst>
        <pc:spChg chg="mod">
          <ac:chgData name="Aditya Kakkar" userId="3a5c885856d69a9b" providerId="LiveId" clId="{7DFC9865-653F-40B6-B9A6-5C175EAA30EF}" dt="2025-04-28T04:13:55.211" v="818" actId="20577"/>
          <ac:spMkLst>
            <pc:docMk/>
            <pc:sldMk cId="3422041616" sldId="316"/>
            <ac:spMk id="2" creationId="{0A89ECCE-3973-D185-ADCC-379DD3DA4D5A}"/>
          </ac:spMkLst>
        </pc:spChg>
      </pc:sldChg>
      <pc:sldChg chg="addSp delSp modSp add mod modNotesTx">
        <pc:chgData name="Aditya Kakkar" userId="3a5c885856d69a9b" providerId="LiveId" clId="{7DFC9865-653F-40B6-B9A6-5C175EAA30EF}" dt="2025-04-28T04:23:52.158" v="833" actId="6549"/>
        <pc:sldMkLst>
          <pc:docMk/>
          <pc:sldMk cId="2475336356" sldId="317"/>
        </pc:sldMkLst>
        <pc:graphicFrameChg chg="del">
          <ac:chgData name="Aditya Kakkar" userId="3a5c885856d69a9b" providerId="LiveId" clId="{7DFC9865-653F-40B6-B9A6-5C175EAA30EF}" dt="2025-04-28T04:22:25.980" v="824" actId="478"/>
          <ac:graphicFrameMkLst>
            <pc:docMk/>
            <pc:sldMk cId="2475336356" sldId="317"/>
            <ac:graphicFrameMk id="13" creationId="{EA163713-A0E3-8794-7361-2FA11A9F0BAE}"/>
          </ac:graphicFrameMkLst>
        </pc:graphicFrameChg>
        <pc:picChg chg="add mod modCrop">
          <ac:chgData name="Aditya Kakkar" userId="3a5c885856d69a9b" providerId="LiveId" clId="{7DFC9865-653F-40B6-B9A6-5C175EAA30EF}" dt="2025-04-28T04:23:02.220" v="832" actId="14100"/>
          <ac:picMkLst>
            <pc:docMk/>
            <pc:sldMk cId="2475336356" sldId="317"/>
            <ac:picMk id="3" creationId="{04E2231D-6F09-85D3-0091-333EA3C3CEE1}"/>
          </ac:picMkLst>
        </pc:picChg>
        <pc:picChg chg="del">
          <ac:chgData name="Aditya Kakkar" userId="3a5c885856d69a9b" providerId="LiveId" clId="{7DFC9865-653F-40B6-B9A6-5C175EAA30EF}" dt="2025-04-28T04:22:27.422" v="825" actId="478"/>
          <ac:picMkLst>
            <pc:docMk/>
            <pc:sldMk cId="2475336356" sldId="317"/>
            <ac:picMk id="14" creationId="{86C6049C-F6B9-FD7C-F459-73E27B57742C}"/>
          </ac:picMkLst>
        </pc:picChg>
      </pc:sldChg>
      <pc:sldChg chg="addSp modSp add mod modNotesTx">
        <pc:chgData name="Aditya Kakkar" userId="3a5c885856d69a9b" providerId="LiveId" clId="{7DFC9865-653F-40B6-B9A6-5C175EAA30EF}" dt="2025-04-28T07:49:05.621" v="1007"/>
        <pc:sldMkLst>
          <pc:docMk/>
          <pc:sldMk cId="4062963545" sldId="318"/>
        </pc:sldMkLst>
        <pc:spChg chg="add">
          <ac:chgData name="Aditya Kakkar" userId="3a5c885856d69a9b" providerId="LiveId" clId="{7DFC9865-653F-40B6-B9A6-5C175EAA30EF}" dt="2025-04-28T05:09:25.248" v="920"/>
          <ac:spMkLst>
            <pc:docMk/>
            <pc:sldMk cId="4062963545" sldId="318"/>
            <ac:spMk id="3" creationId="{2D9CB83E-779A-FBF8-0814-07C85A25BB47}"/>
          </ac:spMkLst>
        </pc:spChg>
        <pc:spChg chg="add mod">
          <ac:chgData name="Aditya Kakkar" userId="3a5c885856d69a9b" providerId="LiveId" clId="{7DFC9865-653F-40B6-B9A6-5C175EAA30EF}" dt="2025-04-28T05:11:45.016" v="1001" actId="1076"/>
          <ac:spMkLst>
            <pc:docMk/>
            <pc:sldMk cId="4062963545" sldId="318"/>
            <ac:spMk id="4" creationId="{0C1030C4-B4E9-65B2-7E78-11852A01B02D}"/>
          </ac:spMkLst>
        </pc:spChg>
        <pc:spChg chg="mod">
          <ac:chgData name="Aditya Kakkar" userId="3a5c885856d69a9b" providerId="LiveId" clId="{7DFC9865-653F-40B6-B9A6-5C175EAA30EF}" dt="2025-04-28T05:06:26.088" v="903" actId="20577"/>
          <ac:spMkLst>
            <pc:docMk/>
            <pc:sldMk cId="4062963545" sldId="318"/>
            <ac:spMk id="27650" creationId="{F148EDD4-AEB9-AF54-0DAA-DA623CF4DBC8}"/>
          </ac:spMkLst>
        </pc:spChg>
      </pc:sldChg>
    </pc:docChg>
  </pc:docChgLst>
  <pc:docChgLst>
    <pc:chgData name="Aditya Kakkar" userId="3a5c885856d69a9b" providerId="LiveId" clId="{C46275F9-C42D-47E3-A618-C819750F2E3F}"/>
    <pc:docChg chg="modSld">
      <pc:chgData name="Aditya Kakkar" userId="3a5c885856d69a9b" providerId="LiveId" clId="{C46275F9-C42D-47E3-A618-C819750F2E3F}" dt="2025-04-28T18:21:37.410" v="47" actId="255"/>
      <pc:docMkLst>
        <pc:docMk/>
      </pc:docMkLst>
      <pc:sldChg chg="addSp modSp mod">
        <pc:chgData name="Aditya Kakkar" userId="3a5c885856d69a9b" providerId="LiveId" clId="{C46275F9-C42D-47E3-A618-C819750F2E3F}" dt="2025-04-28T17:59:31.240" v="30" actId="5793"/>
        <pc:sldMkLst>
          <pc:docMk/>
          <pc:sldMk cId="0" sldId="286"/>
        </pc:sldMkLst>
        <pc:spChg chg="add mod">
          <ac:chgData name="Aditya Kakkar" userId="3a5c885856d69a9b" providerId="LiveId" clId="{C46275F9-C42D-47E3-A618-C819750F2E3F}" dt="2025-04-28T17:59:31.240" v="30" actId="5793"/>
          <ac:spMkLst>
            <pc:docMk/>
            <pc:sldMk cId="0" sldId="286"/>
            <ac:spMk id="3" creationId="{7CD9C48B-5DA6-E8FE-AB48-08EC89A91F70}"/>
          </ac:spMkLst>
        </pc:spChg>
      </pc:sldChg>
      <pc:sldChg chg="modSp mod">
        <pc:chgData name="Aditya Kakkar" userId="3a5c885856d69a9b" providerId="LiveId" clId="{C46275F9-C42D-47E3-A618-C819750F2E3F}" dt="2025-04-28T18:00:50.200" v="39" actId="20577"/>
        <pc:sldMkLst>
          <pc:docMk/>
          <pc:sldMk cId="461079532" sldId="306"/>
        </pc:sldMkLst>
        <pc:spChg chg="mod">
          <ac:chgData name="Aditya Kakkar" userId="3a5c885856d69a9b" providerId="LiveId" clId="{C46275F9-C42D-47E3-A618-C819750F2E3F}" dt="2025-04-28T18:00:50.200" v="39" actId="20577"/>
          <ac:spMkLst>
            <pc:docMk/>
            <pc:sldMk cId="461079532" sldId="306"/>
            <ac:spMk id="3075" creationId="{00000000-0000-0000-0000-000000000000}"/>
          </ac:spMkLst>
        </pc:spChg>
      </pc:sldChg>
      <pc:sldChg chg="addSp delSp modSp">
        <pc:chgData name="Aditya Kakkar" userId="3a5c885856d69a9b" providerId="LiveId" clId="{C46275F9-C42D-47E3-A618-C819750F2E3F}" dt="2025-04-28T17:58:41.256" v="0"/>
        <pc:sldMkLst>
          <pc:docMk/>
          <pc:sldMk cId="649885862" sldId="307"/>
        </pc:sldMkLst>
        <pc:spChg chg="del">
          <ac:chgData name="Aditya Kakkar" userId="3a5c885856d69a9b" providerId="LiveId" clId="{C46275F9-C42D-47E3-A618-C819750F2E3F}" dt="2025-04-28T17:58:41.256" v="0"/>
          <ac:spMkLst>
            <pc:docMk/>
            <pc:sldMk cId="649885862" sldId="307"/>
            <ac:spMk id="3075" creationId="{00000000-0000-0000-0000-000000000000}"/>
          </ac:spMkLst>
        </pc:spChg>
        <pc:picChg chg="add mod">
          <ac:chgData name="Aditya Kakkar" userId="3a5c885856d69a9b" providerId="LiveId" clId="{C46275F9-C42D-47E3-A618-C819750F2E3F}" dt="2025-04-28T17:58:41.256" v="0"/>
          <ac:picMkLst>
            <pc:docMk/>
            <pc:sldMk cId="649885862" sldId="307"/>
            <ac:picMk id="1026" creationId="{FB46374A-75F0-F9D6-57CD-69E60BA72B3B}"/>
          </ac:picMkLst>
        </pc:picChg>
      </pc:sldChg>
      <pc:sldChg chg="addSp delSp modSp mod">
        <pc:chgData name="Aditya Kakkar" userId="3a5c885856d69a9b" providerId="LiveId" clId="{C46275F9-C42D-47E3-A618-C819750F2E3F}" dt="2025-04-28T18:21:37.410" v="47" actId="255"/>
        <pc:sldMkLst>
          <pc:docMk/>
          <pc:sldMk cId="2279849148" sldId="308"/>
        </pc:sldMkLst>
        <pc:spChg chg="add mod">
          <ac:chgData name="Aditya Kakkar" userId="3a5c885856d69a9b" providerId="LiveId" clId="{C46275F9-C42D-47E3-A618-C819750F2E3F}" dt="2025-04-28T18:21:37.410" v="47" actId="255"/>
          <ac:spMkLst>
            <pc:docMk/>
            <pc:sldMk cId="2279849148" sldId="308"/>
            <ac:spMk id="3" creationId="{B20684EE-70F4-A9F6-FB3C-544F304449DF}"/>
          </ac:spMkLst>
        </pc:spChg>
        <pc:spChg chg="del">
          <ac:chgData name="Aditya Kakkar" userId="3a5c885856d69a9b" providerId="LiveId" clId="{C46275F9-C42D-47E3-A618-C819750F2E3F}" dt="2025-04-28T18:01:11.211" v="40"/>
          <ac:spMkLst>
            <pc:docMk/>
            <pc:sldMk cId="2279849148" sldId="308"/>
            <ac:spMk id="3075" creationId="{00000000-0000-0000-0000-00000000000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t>Pass@1 Distribution by Model</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3"/>
                <c:pt idx="0">
                  <c:v>O3</c:v>
                </c:pt>
                <c:pt idx="1">
                  <c:v>Claude 3.7 Sonnet</c:v>
                </c:pt>
                <c:pt idx="2">
                  <c:v>Grok 3</c:v>
                </c:pt>
              </c:strCache>
            </c:strRef>
          </c:cat>
          <c:val>
            <c:numRef>
              <c:f>Sheet1!$B$2:$B$5</c:f>
              <c:numCache>
                <c:formatCode>General</c:formatCode>
                <c:ptCount val="4"/>
              </c:numCache>
            </c:numRef>
          </c:val>
          <c:extLst>
            <c:ext xmlns:c16="http://schemas.microsoft.com/office/drawing/2014/chart" uri="{C3380CC4-5D6E-409C-BE32-E72D297353CC}">
              <c16:uniqueId val="{00000000-F62F-4130-AE20-5462F4D18CA1}"/>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3"/>
                <c:pt idx="0">
                  <c:v>O3</c:v>
                </c:pt>
                <c:pt idx="1">
                  <c:v>Claude 3.7 Sonnet</c:v>
                </c:pt>
                <c:pt idx="2">
                  <c:v>Grok 3</c:v>
                </c:pt>
              </c:strCache>
            </c:strRef>
          </c:cat>
          <c:val>
            <c:numRef>
              <c:f>Sheet1!$C$2:$C$5</c:f>
              <c:numCache>
                <c:formatCode>General</c:formatCode>
                <c:ptCount val="4"/>
              </c:numCache>
            </c:numRef>
          </c:val>
          <c:extLst>
            <c:ext xmlns:c16="http://schemas.microsoft.com/office/drawing/2014/chart" uri="{C3380CC4-5D6E-409C-BE32-E72D297353CC}">
              <c16:uniqueId val="{00000001-F62F-4130-AE20-5462F4D18CA1}"/>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3"/>
                <c:pt idx="0">
                  <c:v>O3</c:v>
                </c:pt>
                <c:pt idx="1">
                  <c:v>Claude 3.7 Sonnet</c:v>
                </c:pt>
                <c:pt idx="2">
                  <c:v>Grok 3</c:v>
                </c:pt>
              </c:strCache>
            </c:strRef>
          </c:cat>
          <c:val>
            <c:numRef>
              <c:f>Sheet1!$D$2:$D$5</c:f>
              <c:numCache>
                <c:formatCode>General</c:formatCode>
                <c:ptCount val="4"/>
              </c:numCache>
            </c:numRef>
          </c:val>
          <c:extLst>
            <c:ext xmlns:c16="http://schemas.microsoft.com/office/drawing/2014/chart" uri="{C3380CC4-5D6E-409C-BE32-E72D297353CC}">
              <c16:uniqueId val="{00000002-F62F-4130-AE20-5462F4D18CA1}"/>
            </c:ext>
          </c:extLst>
        </c:ser>
        <c:dLbls>
          <c:showLegendKey val="0"/>
          <c:showVal val="0"/>
          <c:showCatName val="0"/>
          <c:showSerName val="0"/>
          <c:showPercent val="0"/>
          <c:showBubbleSize val="0"/>
        </c:dLbls>
        <c:gapWidth val="219"/>
        <c:overlap val="-27"/>
        <c:axId val="1155025679"/>
        <c:axId val="1155026159"/>
      </c:barChart>
      <c:catAx>
        <c:axId val="11550256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55026159"/>
        <c:crosses val="autoZero"/>
        <c:auto val="1"/>
        <c:lblAlgn val="ctr"/>
        <c:lblOffset val="100"/>
        <c:noMultiLvlLbl val="0"/>
      </c:catAx>
      <c:valAx>
        <c:axId val="1155026159"/>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sz="1330" b="0" i="0" u="none" strike="noStrike" baseline="0" dirty="0"/>
                  <a:t>Pass@1 (%)</a:t>
                </a:r>
                <a:endParaRPr lang="en-US"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55025679"/>
        <c:crosses val="autoZero"/>
        <c:crossBetween val="between"/>
        <c:majorUnit val="1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D244F014-9A02-4370-98AF-8A4593A02C65}" type="datetimeFigureOut">
              <a:rPr lang="en-US" smtClean="0"/>
              <a:t>5/8/2025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7E140A1D-0B06-4C79-9F26-2E2FB119E5FB}" type="slidenum">
              <a:rPr lang="en-US" smtClean="0"/>
              <a:t>‹#›</a:t>
            </a:fld>
            <a:endParaRPr lang="en-US"/>
          </a:p>
        </p:txBody>
      </p:sp>
    </p:spTree>
    <p:extLst>
      <p:ext uri="{BB962C8B-B14F-4D97-AF65-F5344CB8AC3E}">
        <p14:creationId xmlns:p14="http://schemas.microsoft.com/office/powerpoint/2010/main" val="39611950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ea typeface="PMingLiU" pitchFamily="18" charset="-120"/>
              </a:defRPr>
            </a:lvl1pPr>
          </a:lstStyle>
          <a:p>
            <a:endParaRPr lang="en-US" altLang="zh-TW"/>
          </a:p>
        </p:txBody>
      </p:sp>
      <p:sp>
        <p:nvSpPr>
          <p:cNvPr id="3075" name="Rectangle 3"/>
          <p:cNvSpPr>
            <a:spLocks noGrp="1" noChangeArrowheads="1"/>
          </p:cNvSpPr>
          <p:nvPr>
            <p:ph type="dt" idx="1"/>
          </p:nvPr>
        </p:nvSpPr>
        <p:spPr bwMode="auto">
          <a:xfrm>
            <a:off x="3970938" y="0"/>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ea typeface="PMingLiU" pitchFamily="18" charset="-120"/>
              </a:defRPr>
            </a:lvl1pPr>
          </a:lstStyle>
          <a:p>
            <a:endParaRPr lang="en-US" altLang="zh-TW"/>
          </a:p>
        </p:txBody>
      </p:sp>
      <p:sp>
        <p:nvSpPr>
          <p:cNvPr id="2970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3077" name="Rectangle 5"/>
          <p:cNvSpPr>
            <a:spLocks noGrp="1" noChangeArrowheads="1"/>
          </p:cNvSpPr>
          <p:nvPr>
            <p:ph type="body" sz="quarter" idx="3"/>
          </p:nvPr>
        </p:nvSpPr>
        <p:spPr bwMode="auto">
          <a:xfrm>
            <a:off x="701040" y="4415790"/>
            <a:ext cx="5608320" cy="41833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3078" name="Rectangle 6"/>
          <p:cNvSpPr>
            <a:spLocks noGrp="1" noChangeArrowheads="1"/>
          </p:cNvSpPr>
          <p:nvPr>
            <p:ph type="ftr" sz="quarter" idx="4"/>
          </p:nvPr>
        </p:nvSpPr>
        <p:spPr bwMode="auto">
          <a:xfrm>
            <a:off x="0" y="8829967"/>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ea typeface="PMingLiU" pitchFamily="18" charset="-120"/>
              </a:defRPr>
            </a:lvl1pPr>
          </a:lstStyle>
          <a:p>
            <a:endParaRPr lang="en-US" altLang="zh-TW"/>
          </a:p>
        </p:txBody>
      </p:sp>
      <p:sp>
        <p:nvSpPr>
          <p:cNvPr id="3079" name="Rectangle 7"/>
          <p:cNvSpPr>
            <a:spLocks noGrp="1" noChangeArrowheads="1"/>
          </p:cNvSpPr>
          <p:nvPr>
            <p:ph type="sldNum" sz="quarter" idx="5"/>
          </p:nvPr>
        </p:nvSpPr>
        <p:spPr bwMode="auto">
          <a:xfrm>
            <a:off x="3970938" y="8829967"/>
            <a:ext cx="3037840" cy="4648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ea typeface="PMingLiU" pitchFamily="18" charset="-120"/>
              </a:defRPr>
            </a:lvl1pPr>
          </a:lstStyle>
          <a:p>
            <a:fld id="{5D7F18D2-2977-429E-8B6D-22778A44E64D}" type="slidenum">
              <a:rPr lang="zh-TW" altLang="en-US"/>
              <a:pPr/>
              <a:t>‹#›</a:t>
            </a:fld>
            <a:endParaRPr lang="en-US" altLang="zh-TW"/>
          </a:p>
        </p:txBody>
      </p:sp>
    </p:spTree>
    <p:extLst>
      <p:ext uri="{BB962C8B-B14F-4D97-AF65-F5344CB8AC3E}">
        <p14:creationId xmlns:p14="http://schemas.microsoft.com/office/powerpoint/2010/main" val="28720294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3EEB0713-4CCC-4E3E-846C-FACD634EFBA6}" type="slidenum">
              <a:rPr lang="zh-TW" altLang="en-US" sz="1200">
                <a:ea typeface="PMingLiU" pitchFamily="18" charset="-120"/>
              </a:rPr>
              <a:pPr eaLnBrk="1" hangingPunct="1"/>
              <a:t>1</a:t>
            </a:fld>
            <a:endParaRPr lang="en-US" altLang="zh-TW" sz="1200">
              <a:ea typeface="PMingLiU" pitchFamily="18" charset="-12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zh-TW" altLang="en-US">
              <a:latin typeface="Arial" pitchFamily="34" charset="0"/>
              <a:ea typeface="PMingLiU" pitchFamily="18" charset="-120"/>
            </a:endParaRPr>
          </a:p>
        </p:txBody>
      </p:sp>
    </p:spTree>
    <p:extLst>
      <p:ext uri="{BB962C8B-B14F-4D97-AF65-F5344CB8AC3E}">
        <p14:creationId xmlns:p14="http://schemas.microsoft.com/office/powerpoint/2010/main" val="160122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2DF503E9-4B1D-4341-B837-151F396BAC41}" type="slidenum">
              <a:rPr lang="zh-TW" altLang="en-US" sz="1200">
                <a:ea typeface="PMingLiU" pitchFamily="18" charset="-120"/>
              </a:rPr>
              <a:pPr eaLnBrk="1" hangingPunct="1"/>
              <a:t>3</a:t>
            </a:fld>
            <a:endParaRPr lang="en-US" altLang="zh-TW" sz="1200">
              <a:ea typeface="PMingLiU" pitchFamily="18" charset="-12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US" altLang="zh-CN" noProof="0">
                <a:latin typeface="Arial" pitchFamily="34" charset="0"/>
                <a:ea typeface="PMingLiU" pitchFamily="18" charset="-120"/>
              </a:rPr>
              <a:t>The motivation of this</a:t>
            </a:r>
            <a:r>
              <a:rPr lang="en-US" altLang="zh-CN" baseline="0" noProof="0">
                <a:latin typeface="Arial" pitchFamily="34" charset="0"/>
                <a:ea typeface="PMingLiU" pitchFamily="18" charset="-120"/>
              </a:rPr>
              <a:t> project</a:t>
            </a:r>
            <a:endParaRPr lang="zh-CN" altLang="en-US" noProof="0">
              <a:latin typeface="Arial" pitchFamily="34" charset="0"/>
              <a:ea typeface="PMingLiU" pitchFamily="18" charset="-120"/>
            </a:endParaRPr>
          </a:p>
        </p:txBody>
      </p:sp>
    </p:spTree>
    <p:extLst>
      <p:ext uri="{BB962C8B-B14F-4D97-AF65-F5344CB8AC3E}">
        <p14:creationId xmlns:p14="http://schemas.microsoft.com/office/powerpoint/2010/main" val="2016358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a:p>
        </p:txBody>
      </p:sp>
      <p:sp>
        <p:nvSpPr>
          <p:cNvPr id="4" name="Slide Number Placeholder 3"/>
          <p:cNvSpPr>
            <a:spLocks noGrp="1"/>
          </p:cNvSpPr>
          <p:nvPr>
            <p:ph type="sldNum" sz="quarter" idx="10"/>
          </p:nvPr>
        </p:nvSpPr>
        <p:spPr/>
        <p:txBody>
          <a:bodyPr/>
          <a:lstStyle/>
          <a:p>
            <a:fld id="{5D7F18D2-2977-429E-8B6D-22778A44E64D}" type="slidenum">
              <a:rPr lang="zh-TW" altLang="en-US" smtClean="0"/>
              <a:pPr/>
              <a:t>4</a:t>
            </a:fld>
            <a:endParaRPr lang="en-US" altLang="zh-TW"/>
          </a:p>
        </p:txBody>
      </p:sp>
    </p:spTree>
    <p:extLst>
      <p:ext uri="{BB962C8B-B14F-4D97-AF65-F5344CB8AC3E}">
        <p14:creationId xmlns:p14="http://schemas.microsoft.com/office/powerpoint/2010/main" val="2944056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a:p>
        </p:txBody>
      </p:sp>
      <p:sp>
        <p:nvSpPr>
          <p:cNvPr id="4" name="Slide Number Placeholder 3"/>
          <p:cNvSpPr>
            <a:spLocks noGrp="1"/>
          </p:cNvSpPr>
          <p:nvPr>
            <p:ph type="sldNum" sz="quarter" idx="10"/>
          </p:nvPr>
        </p:nvSpPr>
        <p:spPr/>
        <p:txBody>
          <a:bodyPr/>
          <a:lstStyle/>
          <a:p>
            <a:fld id="{5D7F18D2-2977-429E-8B6D-22778A44E64D}" type="slidenum">
              <a:rPr lang="zh-TW" altLang="en-US" smtClean="0"/>
              <a:pPr/>
              <a:t>5</a:t>
            </a:fld>
            <a:endParaRPr lang="en-US" altLang="zh-TW"/>
          </a:p>
        </p:txBody>
      </p:sp>
    </p:spTree>
    <p:extLst>
      <p:ext uri="{BB962C8B-B14F-4D97-AF65-F5344CB8AC3E}">
        <p14:creationId xmlns:p14="http://schemas.microsoft.com/office/powerpoint/2010/main" val="1469274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773C-0EFF-4605-AA17-77D65F11C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2A96E-F896-1812-3806-957960CD4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744162-2C17-F87E-44BF-B39C9F659080}"/>
              </a:ext>
            </a:extLst>
          </p:cNvPr>
          <p:cNvSpPr>
            <a:spLocks noGrp="1"/>
          </p:cNvSpPr>
          <p:nvPr>
            <p:ph type="body" idx="1"/>
          </p:nvPr>
        </p:nvSpPr>
        <p:spPr/>
        <p:txBody>
          <a:bodyPr/>
          <a:lstStyle/>
          <a:p>
            <a:endParaRPr lang="en-US" baseline="0"/>
          </a:p>
        </p:txBody>
      </p:sp>
      <p:sp>
        <p:nvSpPr>
          <p:cNvPr id="4" name="Slide Number Placeholder 3">
            <a:extLst>
              <a:ext uri="{FF2B5EF4-FFF2-40B4-BE49-F238E27FC236}">
                <a16:creationId xmlns:a16="http://schemas.microsoft.com/office/drawing/2014/main" id="{EBEE4441-61CC-AEF3-440B-56A338122ACF}"/>
              </a:ext>
            </a:extLst>
          </p:cNvPr>
          <p:cNvSpPr>
            <a:spLocks noGrp="1"/>
          </p:cNvSpPr>
          <p:nvPr>
            <p:ph type="sldNum" sz="quarter" idx="10"/>
          </p:nvPr>
        </p:nvSpPr>
        <p:spPr/>
        <p:txBody>
          <a:bodyPr/>
          <a:lstStyle/>
          <a:p>
            <a:fld id="{5D7F18D2-2977-429E-8B6D-22778A44E64D}" type="slidenum">
              <a:rPr lang="zh-TW" altLang="en-US" smtClean="0"/>
              <a:pPr/>
              <a:t>6</a:t>
            </a:fld>
            <a:endParaRPr lang="en-US" altLang="zh-TW"/>
          </a:p>
        </p:txBody>
      </p:sp>
    </p:spTree>
    <p:extLst>
      <p:ext uri="{BB962C8B-B14F-4D97-AF65-F5344CB8AC3E}">
        <p14:creationId xmlns:p14="http://schemas.microsoft.com/office/powerpoint/2010/main" val="4083915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E23D78-CF54-4D4E-9A10-679B9CD3C531}" type="slidenum">
              <a:rPr lang="zh-TW" altLang="en-US" sz="1200">
                <a:ea typeface="PMingLiU" pitchFamily="18" charset="-120"/>
              </a:rPr>
              <a:pPr eaLnBrk="1" hangingPunct="1"/>
              <a:t>7</a:t>
            </a:fld>
            <a:endParaRPr lang="en-US" altLang="zh-TW" sz="1200">
              <a:ea typeface="PMingLiU" pitchFamily="18" charset="-12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US" altLang="zh-TW">
                <a:latin typeface="Arial" pitchFamily="34" charset="0"/>
                <a:ea typeface="PMingLiU" pitchFamily="18" charset="-120"/>
              </a:rPr>
              <a:t>Here, we make the claim of this project.</a:t>
            </a:r>
            <a:endParaRPr lang="zh-TW" altLang="en-US">
              <a:latin typeface="Arial" pitchFamily="34" charset="0"/>
              <a:ea typeface="PMingLiU" pitchFamily="18" charset="-120"/>
            </a:endParaRPr>
          </a:p>
        </p:txBody>
      </p:sp>
    </p:spTree>
    <p:extLst>
      <p:ext uri="{BB962C8B-B14F-4D97-AF65-F5344CB8AC3E}">
        <p14:creationId xmlns:p14="http://schemas.microsoft.com/office/powerpoint/2010/main" val="1911335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E23D78-CF54-4D4E-9A10-679B9CD3C531}" type="slidenum">
              <a:rPr lang="zh-TW" altLang="en-US" sz="1200">
                <a:ea typeface="PMingLiU" pitchFamily="18" charset="-120"/>
              </a:rPr>
              <a:pPr eaLnBrk="1" hangingPunct="1"/>
              <a:t>8</a:t>
            </a:fld>
            <a:endParaRPr lang="en-US" altLang="zh-TW" sz="1200">
              <a:ea typeface="PMingLiU" pitchFamily="18" charset="-12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US" altLang="zh-TW">
                <a:latin typeface="Arial" pitchFamily="34" charset="0"/>
                <a:ea typeface="PMingLiU" pitchFamily="18" charset="-120"/>
              </a:rPr>
              <a:t>Here, we make the claim of this project.</a:t>
            </a:r>
            <a:endParaRPr lang="zh-TW" altLang="en-US">
              <a:latin typeface="Arial" pitchFamily="34" charset="0"/>
              <a:ea typeface="PMingLiU" pitchFamily="18" charset="-120"/>
            </a:endParaRPr>
          </a:p>
        </p:txBody>
      </p:sp>
    </p:spTree>
    <p:extLst>
      <p:ext uri="{BB962C8B-B14F-4D97-AF65-F5344CB8AC3E}">
        <p14:creationId xmlns:p14="http://schemas.microsoft.com/office/powerpoint/2010/main" val="494447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2C83-A7BB-0C55-433A-FE56671A4AB4}"/>
            </a:ext>
          </a:extLst>
        </p:cNvPr>
        <p:cNvGrpSpPr/>
        <p:nvPr/>
      </p:nvGrpSpPr>
      <p:grpSpPr>
        <a:xfrm>
          <a:off x="0" y="0"/>
          <a:ext cx="0" cy="0"/>
          <a:chOff x="0" y="0"/>
          <a:chExt cx="0" cy="0"/>
        </a:xfrm>
      </p:grpSpPr>
      <p:sp>
        <p:nvSpPr>
          <p:cNvPr id="33794" name="Rectangle 7">
            <a:extLst>
              <a:ext uri="{FF2B5EF4-FFF2-40B4-BE49-F238E27FC236}">
                <a16:creationId xmlns:a16="http://schemas.microsoft.com/office/drawing/2014/main" id="{9A680E98-4BE7-0645-90AF-A95EE7AB32E0}"/>
              </a:ext>
            </a:extLst>
          </p:cNvPr>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E23D78-CF54-4D4E-9A10-679B9CD3C531}" type="slidenum">
              <a:rPr lang="zh-TW" altLang="en-US" sz="1200">
                <a:ea typeface="PMingLiU" pitchFamily="18" charset="-120"/>
              </a:rPr>
              <a:pPr eaLnBrk="1" hangingPunct="1"/>
              <a:t>9</a:t>
            </a:fld>
            <a:endParaRPr lang="en-US" altLang="zh-TW" sz="1200">
              <a:ea typeface="PMingLiU" pitchFamily="18" charset="-120"/>
            </a:endParaRPr>
          </a:p>
        </p:txBody>
      </p:sp>
      <p:sp>
        <p:nvSpPr>
          <p:cNvPr id="33795" name="Rectangle 2">
            <a:extLst>
              <a:ext uri="{FF2B5EF4-FFF2-40B4-BE49-F238E27FC236}">
                <a16:creationId xmlns:a16="http://schemas.microsoft.com/office/drawing/2014/main" id="{062C1094-6E14-B616-2A54-17D239B7A01D}"/>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97795EDC-F4EB-038B-49B7-548CC4231254}"/>
              </a:ext>
            </a:extLst>
          </p:cNvPr>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txBody>
          <a:bodyPr/>
          <a:lstStyle/>
          <a:p>
            <a:pPr eaLnBrk="1" hangingPunct="1"/>
            <a:endParaRPr lang="zh-TW" altLang="en-US" dirty="0">
              <a:latin typeface="Arial" pitchFamily="34" charset="0"/>
              <a:ea typeface="PMingLiU" pitchFamily="18" charset="-120"/>
            </a:endParaRPr>
          </a:p>
        </p:txBody>
      </p:sp>
    </p:spTree>
    <p:extLst>
      <p:ext uri="{BB962C8B-B14F-4D97-AF65-F5344CB8AC3E}">
        <p14:creationId xmlns:p14="http://schemas.microsoft.com/office/powerpoint/2010/main" val="3637249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DFFF3-41F8-5A86-0A7F-03B30F76B8E2}"/>
            </a:ext>
          </a:extLst>
        </p:cNvPr>
        <p:cNvGrpSpPr/>
        <p:nvPr/>
      </p:nvGrpSpPr>
      <p:grpSpPr>
        <a:xfrm>
          <a:off x="0" y="0"/>
          <a:ext cx="0" cy="0"/>
          <a:chOff x="0" y="0"/>
          <a:chExt cx="0" cy="0"/>
        </a:xfrm>
      </p:grpSpPr>
      <p:sp>
        <p:nvSpPr>
          <p:cNvPr id="33794" name="Rectangle 7">
            <a:extLst>
              <a:ext uri="{FF2B5EF4-FFF2-40B4-BE49-F238E27FC236}">
                <a16:creationId xmlns:a16="http://schemas.microsoft.com/office/drawing/2014/main" id="{E303820D-280A-B76A-BBB5-E961F0E76B0B}"/>
              </a:ext>
            </a:extLst>
          </p:cNvPr>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E23D78-CF54-4D4E-9A10-679B9CD3C531}" type="slidenum">
              <a:rPr lang="zh-TW" altLang="en-US" sz="1200">
                <a:ea typeface="PMingLiU" pitchFamily="18" charset="-120"/>
              </a:rPr>
              <a:pPr eaLnBrk="1" hangingPunct="1"/>
              <a:t>10</a:t>
            </a:fld>
            <a:endParaRPr lang="en-US" altLang="zh-TW" sz="1200">
              <a:ea typeface="PMingLiU" pitchFamily="18" charset="-120"/>
            </a:endParaRPr>
          </a:p>
        </p:txBody>
      </p:sp>
      <p:sp>
        <p:nvSpPr>
          <p:cNvPr id="33795" name="Rectangle 2">
            <a:extLst>
              <a:ext uri="{FF2B5EF4-FFF2-40B4-BE49-F238E27FC236}">
                <a16:creationId xmlns:a16="http://schemas.microsoft.com/office/drawing/2014/main" id="{A3698585-0ED1-6A68-4E14-D4F2D73D4877}"/>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EDC39F56-0C4E-1FC0-9D1D-25CCC70CF5EB}"/>
              </a:ext>
            </a:extLst>
          </p:cNvPr>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r>
              <a:rPr lang="en-US" altLang="zh-TW">
                <a:latin typeface="Arial" pitchFamily="34" charset="0"/>
                <a:ea typeface="PMingLiU" pitchFamily="18" charset="-120"/>
              </a:rPr>
              <a:t>Here, we make the claim of this project.</a:t>
            </a:r>
            <a:endParaRPr lang="zh-TW" altLang="en-US">
              <a:latin typeface="Arial" pitchFamily="34" charset="0"/>
              <a:ea typeface="PMingLiU" pitchFamily="18" charset="-120"/>
            </a:endParaRPr>
          </a:p>
        </p:txBody>
      </p:sp>
    </p:spTree>
    <p:extLst>
      <p:ext uri="{BB962C8B-B14F-4D97-AF65-F5344CB8AC3E}">
        <p14:creationId xmlns:p14="http://schemas.microsoft.com/office/powerpoint/2010/main" val="3011903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62616-CA1B-C8C0-3D15-EE7030FE5FAF}"/>
            </a:ext>
          </a:extLst>
        </p:cNvPr>
        <p:cNvGrpSpPr/>
        <p:nvPr/>
      </p:nvGrpSpPr>
      <p:grpSpPr>
        <a:xfrm>
          <a:off x="0" y="0"/>
          <a:ext cx="0" cy="0"/>
          <a:chOff x="0" y="0"/>
          <a:chExt cx="0" cy="0"/>
        </a:xfrm>
      </p:grpSpPr>
      <p:sp>
        <p:nvSpPr>
          <p:cNvPr id="33794" name="Rectangle 7">
            <a:extLst>
              <a:ext uri="{FF2B5EF4-FFF2-40B4-BE49-F238E27FC236}">
                <a16:creationId xmlns:a16="http://schemas.microsoft.com/office/drawing/2014/main" id="{6A265E48-1185-FFDE-1731-8A2D79C46D59}"/>
              </a:ext>
            </a:extLst>
          </p:cNvPr>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07E23D78-CF54-4D4E-9A10-679B9CD3C531}" type="slidenum">
              <a:rPr lang="zh-TW" altLang="en-US" sz="1200">
                <a:ea typeface="PMingLiU" pitchFamily="18" charset="-120"/>
              </a:rPr>
              <a:pPr eaLnBrk="1" hangingPunct="1"/>
              <a:t>11</a:t>
            </a:fld>
            <a:endParaRPr lang="en-US" altLang="zh-TW" sz="1200">
              <a:ea typeface="PMingLiU" pitchFamily="18" charset="-120"/>
            </a:endParaRPr>
          </a:p>
        </p:txBody>
      </p:sp>
      <p:sp>
        <p:nvSpPr>
          <p:cNvPr id="33795" name="Rectangle 2">
            <a:extLst>
              <a:ext uri="{FF2B5EF4-FFF2-40B4-BE49-F238E27FC236}">
                <a16:creationId xmlns:a16="http://schemas.microsoft.com/office/drawing/2014/main" id="{C5B4402B-024E-31D5-09DE-C3C0C013DC6D}"/>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7705D8FC-6AEF-F9E9-0524-DC8E508410D0}"/>
              </a:ext>
            </a:extLst>
          </p:cNvPr>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txBody>
          <a:bodyPr/>
          <a:lstStyle/>
          <a:p>
            <a:pPr eaLnBrk="1" hangingPunct="1"/>
            <a:endParaRPr lang="zh-TW" altLang="en-US" dirty="0">
              <a:latin typeface="Arial" pitchFamily="34" charset="0"/>
              <a:ea typeface="PMingLiU" pitchFamily="18" charset="-120"/>
            </a:endParaRPr>
          </a:p>
        </p:txBody>
      </p:sp>
    </p:spTree>
    <p:extLst>
      <p:ext uri="{BB962C8B-B14F-4D97-AF65-F5344CB8AC3E}">
        <p14:creationId xmlns:p14="http://schemas.microsoft.com/office/powerpoint/2010/main" val="111915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13</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a:buNone/>
            </a:pPr>
            <a:r>
              <a:rPr lang="en-US" dirty="0"/>
              <a:t>“Our entire workflow lives in a Google </a:t>
            </a:r>
            <a:r>
              <a:rPr lang="en-US" dirty="0" err="1"/>
              <a:t>Colab</a:t>
            </a:r>
            <a:r>
              <a:rPr lang="en-US" dirty="0"/>
              <a:t> notebook:</a:t>
            </a:r>
          </a:p>
          <a:p>
            <a:pPr>
              <a:buFont typeface="+mj-lt"/>
              <a:buAutoNum type="arabicPeriod"/>
            </a:pPr>
            <a:r>
              <a:rPr lang="en-US" dirty="0"/>
              <a:t>We install the OpenAI, Anthropic, and </a:t>
            </a:r>
            <a:r>
              <a:rPr lang="en-US" dirty="0" err="1"/>
              <a:t>xAI</a:t>
            </a:r>
            <a:r>
              <a:rPr lang="en-US" dirty="0"/>
              <a:t> SDKs and configure API keys via </a:t>
            </a:r>
            <a:r>
              <a:rPr lang="en-US" dirty="0" err="1"/>
              <a:t>Colab’s</a:t>
            </a:r>
            <a:r>
              <a:rPr lang="en-US" dirty="0"/>
              <a:t> secrets.</a:t>
            </a:r>
          </a:p>
          <a:p>
            <a:pPr>
              <a:buFont typeface="+mj-lt"/>
              <a:buAutoNum type="arabicPeriod"/>
            </a:pPr>
            <a:r>
              <a:rPr lang="en-US" dirty="0"/>
              <a:t>We load the </a:t>
            </a:r>
            <a:r>
              <a:rPr lang="en-US" dirty="0" err="1"/>
              <a:t>HumanEval.jsonl</a:t>
            </a:r>
            <a:r>
              <a:rPr lang="en-US" dirty="0"/>
              <a:t> and </a:t>
            </a:r>
            <a:r>
              <a:rPr lang="en-US" dirty="0" err="1"/>
              <a:t>MBPP.jsonl</a:t>
            </a:r>
            <a:r>
              <a:rPr lang="en-US" dirty="0"/>
              <a:t> files from /content/files using a simple loader function.</a:t>
            </a:r>
          </a:p>
          <a:p>
            <a:pPr>
              <a:buFont typeface="+mj-lt"/>
              <a:buAutoNum type="arabicPeriod"/>
            </a:pPr>
            <a:r>
              <a:rPr lang="en-US" dirty="0"/>
              <a:t>For each problem, we call our wrapper functions—generate_code_o3, </a:t>
            </a:r>
            <a:r>
              <a:rPr lang="en-US" dirty="0" err="1"/>
              <a:t>generate_code_claude</a:t>
            </a:r>
            <a:r>
              <a:rPr lang="en-US" dirty="0"/>
              <a:t>, generate_code_grok3—to get raw code, strip out any markdown, compile it, and run the unit tests in isolated subprocesses with a 10-second timeout.</a:t>
            </a:r>
          </a:p>
          <a:p>
            <a:pPr>
              <a:buFont typeface="+mj-lt"/>
              <a:buAutoNum type="arabicPeriod"/>
            </a:pPr>
            <a:r>
              <a:rPr lang="en-US" dirty="0"/>
              <a:t>Finally, we aggregate results into JSON, load them into pandas, and render inline visualizations of Pass@1.”</a:t>
            </a:r>
          </a:p>
          <a:p>
            <a:pPr eaLnBrk="1" hangingPunct="1"/>
            <a:endParaRPr lang="en-US" altLang="zh-TW" baseline="0" dirty="0">
              <a:latin typeface="Arial" pitchFamily="34" charset="0"/>
              <a:ea typeface="PMingLiU" pitchFamily="18" charset="-120"/>
            </a:endParaRPr>
          </a:p>
        </p:txBody>
      </p:sp>
    </p:spTree>
    <p:extLst>
      <p:ext uri="{BB962C8B-B14F-4D97-AF65-F5344CB8AC3E}">
        <p14:creationId xmlns:p14="http://schemas.microsoft.com/office/powerpoint/2010/main" val="1946370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14</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US" altLang="zh-TW" baseline="0" dirty="0">
              <a:latin typeface="Arial" pitchFamily="34" charset="0"/>
              <a:ea typeface="PMingLiU" pitchFamily="18" charset="-120"/>
            </a:endParaRPr>
          </a:p>
        </p:txBody>
      </p:sp>
    </p:spTree>
    <p:extLst>
      <p:ext uri="{BB962C8B-B14F-4D97-AF65-F5344CB8AC3E}">
        <p14:creationId xmlns:p14="http://schemas.microsoft.com/office/powerpoint/2010/main" val="1947272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15</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US" altLang="zh-TW" baseline="0" dirty="0">
              <a:latin typeface="Arial" pitchFamily="34" charset="0"/>
              <a:ea typeface="PMingLiU" pitchFamily="18" charset="-120"/>
            </a:endParaRPr>
          </a:p>
        </p:txBody>
      </p:sp>
    </p:spTree>
    <p:extLst>
      <p:ext uri="{BB962C8B-B14F-4D97-AF65-F5344CB8AC3E}">
        <p14:creationId xmlns:p14="http://schemas.microsoft.com/office/powerpoint/2010/main" val="163925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065D6-23FC-7E18-2757-C86466ADDAB1}"/>
            </a:ext>
          </a:extLst>
        </p:cNvPr>
        <p:cNvGrpSpPr/>
        <p:nvPr/>
      </p:nvGrpSpPr>
      <p:grpSpPr>
        <a:xfrm>
          <a:off x="0" y="0"/>
          <a:ext cx="0" cy="0"/>
          <a:chOff x="0" y="0"/>
          <a:chExt cx="0" cy="0"/>
        </a:xfrm>
      </p:grpSpPr>
      <p:sp>
        <p:nvSpPr>
          <p:cNvPr id="31746" name="Rectangle 7">
            <a:extLst>
              <a:ext uri="{FF2B5EF4-FFF2-40B4-BE49-F238E27FC236}">
                <a16:creationId xmlns:a16="http://schemas.microsoft.com/office/drawing/2014/main" id="{61D0FE0F-0811-3805-CD06-66FCE048A76F}"/>
              </a:ext>
            </a:extLst>
          </p:cNvPr>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16</a:t>
            </a:fld>
            <a:endParaRPr lang="en-US" altLang="zh-TW" sz="1200">
              <a:ea typeface="PMingLiU" pitchFamily="18" charset="-120"/>
            </a:endParaRPr>
          </a:p>
        </p:txBody>
      </p:sp>
      <p:sp>
        <p:nvSpPr>
          <p:cNvPr id="31747" name="Rectangle 2">
            <a:extLst>
              <a:ext uri="{FF2B5EF4-FFF2-40B4-BE49-F238E27FC236}">
                <a16:creationId xmlns:a16="http://schemas.microsoft.com/office/drawing/2014/main" id="{772EBA7C-FEA7-C292-702C-1803A0231DB6}"/>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7995C2DD-4CB9-21E3-BD04-76DD1C048244}"/>
              </a:ext>
            </a:extLst>
          </p:cNvPr>
          <p:cNvSpPr>
            <a:spLocks noGrp="1" noChangeArrowheads="1"/>
          </p:cNvSpPr>
          <p:nvPr>
            <p:ph type="body" idx="1"/>
          </p:nvPr>
        </p:nvSpPr>
        <p:spPr>
          <a:noFill/>
          <a:extLs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txBody>
          <a:bodyPr/>
          <a:lstStyle/>
          <a:p>
            <a:pPr eaLnBrk="1" hangingPunct="1"/>
            <a:endParaRPr lang="en-US" altLang="zh-TW" baseline="0" dirty="0">
              <a:latin typeface="Arial" pitchFamily="34" charset="0"/>
              <a:ea typeface="PMingLiU" pitchFamily="18" charset="-120"/>
            </a:endParaRPr>
          </a:p>
        </p:txBody>
      </p:sp>
    </p:spTree>
    <p:extLst>
      <p:ext uri="{BB962C8B-B14F-4D97-AF65-F5344CB8AC3E}">
        <p14:creationId xmlns:p14="http://schemas.microsoft.com/office/powerpoint/2010/main" val="4005264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Arial" pitchFamily="34" charset="0"/>
                <a:ea typeface="ＭＳ Ｐゴシック" pitchFamily="34" charset="-128"/>
              </a:defRPr>
            </a:lvl1pPr>
            <a:lvl2pPr marL="757066" indent="-291179" eaLnBrk="0" hangingPunct="0">
              <a:defRPr sz="2400">
                <a:solidFill>
                  <a:schemeClr val="tx1"/>
                </a:solidFill>
                <a:latin typeface="Arial" pitchFamily="34" charset="0"/>
                <a:ea typeface="ＭＳ Ｐゴシック" pitchFamily="34" charset="-128"/>
              </a:defRPr>
            </a:lvl2pPr>
            <a:lvl3pPr marL="1164717" indent="-232943" eaLnBrk="0" hangingPunct="0">
              <a:defRPr sz="2400">
                <a:solidFill>
                  <a:schemeClr val="tx1"/>
                </a:solidFill>
                <a:latin typeface="Arial" pitchFamily="34" charset="0"/>
                <a:ea typeface="ＭＳ Ｐゴシック" pitchFamily="34" charset="-128"/>
              </a:defRPr>
            </a:lvl3pPr>
            <a:lvl4pPr marL="1630604" indent="-232943" eaLnBrk="0" hangingPunct="0">
              <a:defRPr sz="2400">
                <a:solidFill>
                  <a:schemeClr val="tx1"/>
                </a:solidFill>
                <a:latin typeface="Arial" pitchFamily="34" charset="0"/>
                <a:ea typeface="ＭＳ Ｐゴシック" pitchFamily="34" charset="-128"/>
              </a:defRPr>
            </a:lvl4pPr>
            <a:lvl5pPr marL="2096491" indent="-232943" eaLnBrk="0" hangingPunct="0">
              <a:defRPr sz="2400">
                <a:solidFill>
                  <a:schemeClr val="tx1"/>
                </a:solidFill>
                <a:latin typeface="Arial" pitchFamily="34"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61AE4675-46EC-4EDF-89E2-3C4CC1C64A21}" type="slidenum">
              <a:rPr lang="zh-TW" altLang="en-US" sz="1200">
                <a:ea typeface="PMingLiU" pitchFamily="18" charset="-120"/>
              </a:rPr>
              <a:pPr eaLnBrk="1" hangingPunct="1"/>
              <a:t>17</a:t>
            </a:fld>
            <a:endParaRPr lang="en-US" altLang="zh-TW" sz="1200">
              <a:ea typeface="PMingLiU" pitchFamily="18" charset="-12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AF507438-7753-43e0-B8FC-AC1667EBCBE1}">
              <a14:hiddenEffects xmlns="" xmlns:a14="http://schemas.microsoft.com/office/drawing/2010/main">
                <a:effectLst>
                  <a:outerShdw blurRad="63500" dist="38099" dir="2700000" algn="ctr" rotWithShape="0">
                    <a:schemeClr val="bg2">
                      <a:alpha val="74997"/>
                    </a:schemeClr>
                  </a:outerShdw>
                </a:effectLst>
              </a14:hiddenEffects>
            </a:ext>
          </a:extLst>
        </p:spPr>
        <p:txBody>
          <a:bodyPr/>
          <a:lstStyle/>
          <a:p>
            <a:pPr eaLnBrk="1" hangingPunct="1"/>
            <a:endParaRPr lang="en-US" altLang="zh-TW" baseline="0" dirty="0">
              <a:latin typeface="Arial" pitchFamily="34" charset="0"/>
              <a:ea typeface="PMingLiU" pitchFamily="18" charset="-120"/>
            </a:endParaRPr>
          </a:p>
        </p:txBody>
      </p:sp>
    </p:spTree>
    <p:extLst>
      <p:ext uri="{BB962C8B-B14F-4D97-AF65-F5344CB8AC3E}">
        <p14:creationId xmlns:p14="http://schemas.microsoft.com/office/powerpoint/2010/main" val="537301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was our biggest constraint—token-based billing can add up quickly when you’re making hundreds of API calls. To manage our budget, we limited ourselves to three models (O3, Claude 3.7 Sonnet, Grok 3) and the 164-problem </a:t>
            </a:r>
            <a:r>
              <a:rPr lang="en-US" dirty="0" err="1"/>
              <a:t>HumanEval</a:t>
            </a:r>
            <a:r>
              <a:rPr lang="en-US" dirty="0"/>
              <a:t> suite. We also used </a:t>
            </a:r>
            <a:r>
              <a:rPr lang="en-US" dirty="0" err="1"/>
              <a:t>Colab’s</a:t>
            </a:r>
            <a:r>
              <a:rPr lang="en-US" dirty="0"/>
              <a:t> free resources and batched our runs to minimize runtime.”</a:t>
            </a:r>
          </a:p>
        </p:txBody>
      </p:sp>
      <p:sp>
        <p:nvSpPr>
          <p:cNvPr id="4" name="Slide Number Placeholder 3"/>
          <p:cNvSpPr>
            <a:spLocks noGrp="1"/>
          </p:cNvSpPr>
          <p:nvPr>
            <p:ph type="sldNum" sz="quarter" idx="5"/>
          </p:nvPr>
        </p:nvSpPr>
        <p:spPr/>
        <p:txBody>
          <a:bodyPr/>
          <a:lstStyle/>
          <a:p>
            <a:fld id="{5D7F18D2-2977-429E-8B6D-22778A44E64D}" type="slidenum">
              <a:rPr lang="zh-TW" altLang="en-US" smtClean="0"/>
              <a:pPr/>
              <a:t>19</a:t>
            </a:fld>
            <a:endParaRPr lang="en-US" altLang="zh-TW"/>
          </a:p>
        </p:txBody>
      </p:sp>
    </p:spTree>
    <p:extLst>
      <p:ext uri="{BB962C8B-B14F-4D97-AF65-F5344CB8AC3E}">
        <p14:creationId xmlns:p14="http://schemas.microsoft.com/office/powerpoint/2010/main" val="10574833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sources that guided our work—benchmark papers for </a:t>
            </a:r>
            <a:r>
              <a:rPr lang="en-US" dirty="0" err="1"/>
              <a:t>HumanEval</a:t>
            </a:r>
            <a:r>
              <a:rPr lang="en-US" dirty="0"/>
              <a:t> and MBPP, official releases for O3, Claude 3.7 Sonnet, and Grok 3, as well as the libraries we used: OpenAI’s Python SDK, </a:t>
            </a:r>
            <a:r>
              <a:rPr lang="en-US" dirty="0" err="1"/>
              <a:t>Anthropic’s</a:t>
            </a:r>
            <a:r>
              <a:rPr lang="en-US" dirty="0"/>
              <a:t> SDK, </a:t>
            </a:r>
            <a:r>
              <a:rPr lang="en-US" dirty="0" err="1"/>
              <a:t>tqdm</a:t>
            </a:r>
            <a:r>
              <a:rPr lang="en-US" dirty="0"/>
              <a:t>, matplotlib, and pandas.”</a:t>
            </a:r>
          </a:p>
        </p:txBody>
      </p:sp>
      <p:sp>
        <p:nvSpPr>
          <p:cNvPr id="4" name="Slide Number Placeholder 3"/>
          <p:cNvSpPr>
            <a:spLocks noGrp="1"/>
          </p:cNvSpPr>
          <p:nvPr>
            <p:ph type="sldNum" sz="quarter" idx="5"/>
          </p:nvPr>
        </p:nvSpPr>
        <p:spPr/>
        <p:txBody>
          <a:bodyPr/>
          <a:lstStyle/>
          <a:p>
            <a:fld id="{5D7F18D2-2977-429E-8B6D-22778A44E64D}" type="slidenum">
              <a:rPr lang="zh-TW" altLang="en-US" smtClean="0"/>
              <a:pPr/>
              <a:t>20</a:t>
            </a:fld>
            <a:endParaRPr lang="en-US" altLang="zh-TW"/>
          </a:p>
        </p:txBody>
      </p:sp>
    </p:spTree>
    <p:extLst>
      <p:ext uri="{BB962C8B-B14F-4D97-AF65-F5344CB8AC3E}">
        <p14:creationId xmlns:p14="http://schemas.microsoft.com/office/powerpoint/2010/main" val="3736755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wraps up our presentation—thank you for listening! We’d love to hear your questions or feedback now.”</a:t>
            </a:r>
          </a:p>
        </p:txBody>
      </p:sp>
      <p:sp>
        <p:nvSpPr>
          <p:cNvPr id="4" name="Slide Number Placeholder 3"/>
          <p:cNvSpPr>
            <a:spLocks noGrp="1"/>
          </p:cNvSpPr>
          <p:nvPr>
            <p:ph type="sldNum" sz="quarter" idx="5"/>
          </p:nvPr>
        </p:nvSpPr>
        <p:spPr/>
        <p:txBody>
          <a:bodyPr/>
          <a:lstStyle/>
          <a:p>
            <a:fld id="{5D7F18D2-2977-429E-8B6D-22778A44E64D}" type="slidenum">
              <a:rPr lang="zh-TW" altLang="en-US" smtClean="0"/>
              <a:pPr/>
              <a:t>21</a:t>
            </a:fld>
            <a:endParaRPr lang="en-US" altLang="zh-TW"/>
          </a:p>
        </p:txBody>
      </p:sp>
    </p:spTree>
    <p:extLst>
      <p:ext uri="{BB962C8B-B14F-4D97-AF65-F5344CB8AC3E}">
        <p14:creationId xmlns:p14="http://schemas.microsoft.com/office/powerpoint/2010/main" val="509386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490BA4C9-2F9F-4941-AE8E-AC62D4D21837}" type="slidenum">
              <a:rPr lang="zh-TW" altLang="en-US"/>
              <a:pPr/>
              <a:t>‹#›</a:t>
            </a:fld>
            <a:endParaRPr lang="en-US" altLang="zh-TW"/>
          </a:p>
        </p:txBody>
      </p:sp>
    </p:spTree>
    <p:extLst>
      <p:ext uri="{BB962C8B-B14F-4D97-AF65-F5344CB8AC3E}">
        <p14:creationId xmlns:p14="http://schemas.microsoft.com/office/powerpoint/2010/main" val="241895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CB714D2E-7875-44F7-AD06-272F94F3FDC0}" type="slidenum">
              <a:rPr lang="zh-TW" altLang="en-US"/>
              <a:pPr/>
              <a:t>‹#›</a:t>
            </a:fld>
            <a:endParaRPr lang="en-US" altLang="zh-TW"/>
          </a:p>
        </p:txBody>
      </p:sp>
    </p:spTree>
    <p:extLst>
      <p:ext uri="{BB962C8B-B14F-4D97-AF65-F5344CB8AC3E}">
        <p14:creationId xmlns:p14="http://schemas.microsoft.com/office/powerpoint/2010/main" val="3070567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1E5E09B8-D849-4C92-A970-16FA4838A429}" type="slidenum">
              <a:rPr lang="zh-TW" altLang="en-US"/>
              <a:pPr/>
              <a:t>‹#›</a:t>
            </a:fld>
            <a:endParaRPr lang="en-US" altLang="zh-TW"/>
          </a:p>
        </p:txBody>
      </p:sp>
    </p:spTree>
    <p:extLst>
      <p:ext uri="{BB962C8B-B14F-4D97-AF65-F5344CB8AC3E}">
        <p14:creationId xmlns:p14="http://schemas.microsoft.com/office/powerpoint/2010/main" val="1422180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ltLang="zh-TW"/>
          </a:p>
        </p:txBody>
      </p:sp>
      <p:sp>
        <p:nvSpPr>
          <p:cNvPr id="6" name="Rectangle 5"/>
          <p:cNvSpPr>
            <a:spLocks noGrp="1" noChangeArrowheads="1"/>
          </p:cNvSpPr>
          <p:nvPr>
            <p:ph type="ftr" sz="quarter" idx="11"/>
          </p:nvPr>
        </p:nvSpPr>
        <p:spPr>
          <a:ln/>
        </p:spPr>
        <p:txBody>
          <a:bodyPr/>
          <a:lstStyle>
            <a:lvl1pPr>
              <a:defRPr/>
            </a:lvl1pPr>
          </a:lstStyle>
          <a:p>
            <a:endParaRPr lang="en-US" altLang="zh-TW"/>
          </a:p>
        </p:txBody>
      </p:sp>
      <p:sp>
        <p:nvSpPr>
          <p:cNvPr id="7" name="Rectangle 6"/>
          <p:cNvSpPr>
            <a:spLocks noGrp="1" noChangeArrowheads="1"/>
          </p:cNvSpPr>
          <p:nvPr>
            <p:ph type="sldNum" sz="quarter" idx="12"/>
          </p:nvPr>
        </p:nvSpPr>
        <p:spPr>
          <a:ln/>
        </p:spPr>
        <p:txBody>
          <a:bodyPr/>
          <a:lstStyle>
            <a:lvl1pPr>
              <a:defRPr/>
            </a:lvl1pPr>
          </a:lstStyle>
          <a:p>
            <a:fld id="{A99270A9-8D84-49FD-B2CD-C3D2813EE567}" type="slidenum">
              <a:rPr lang="zh-TW" altLang="en-US"/>
              <a:pPr/>
              <a:t>‹#›</a:t>
            </a:fld>
            <a:endParaRPr lang="en-US" altLang="zh-TW"/>
          </a:p>
        </p:txBody>
      </p:sp>
    </p:spTree>
    <p:extLst>
      <p:ext uri="{BB962C8B-B14F-4D97-AF65-F5344CB8AC3E}">
        <p14:creationId xmlns:p14="http://schemas.microsoft.com/office/powerpoint/2010/main" val="209227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endParaRPr lang="en-US" altLang="zh-TW"/>
          </a:p>
        </p:txBody>
      </p:sp>
      <p:sp>
        <p:nvSpPr>
          <p:cNvPr id="8" name="Rectangle 5"/>
          <p:cNvSpPr>
            <a:spLocks noGrp="1" noChangeArrowheads="1"/>
          </p:cNvSpPr>
          <p:nvPr>
            <p:ph type="ftr" sz="quarter" idx="11"/>
          </p:nvPr>
        </p:nvSpPr>
        <p:spPr>
          <a:ln/>
        </p:spPr>
        <p:txBody>
          <a:bodyPr/>
          <a:lstStyle>
            <a:lvl1pPr>
              <a:defRPr/>
            </a:lvl1pPr>
          </a:lstStyle>
          <a:p>
            <a:endParaRPr lang="en-US" altLang="zh-TW"/>
          </a:p>
        </p:txBody>
      </p:sp>
      <p:sp>
        <p:nvSpPr>
          <p:cNvPr id="9" name="Rectangle 6"/>
          <p:cNvSpPr>
            <a:spLocks noGrp="1" noChangeArrowheads="1"/>
          </p:cNvSpPr>
          <p:nvPr>
            <p:ph type="sldNum" sz="quarter" idx="12"/>
          </p:nvPr>
        </p:nvSpPr>
        <p:spPr>
          <a:ln/>
        </p:spPr>
        <p:txBody>
          <a:bodyPr/>
          <a:lstStyle>
            <a:lvl1pPr>
              <a:defRPr/>
            </a:lvl1pPr>
          </a:lstStyle>
          <a:p>
            <a:fld id="{87497711-EAFB-4E5A-A951-28BB74219651}" type="slidenum">
              <a:rPr lang="zh-TW" altLang="en-US"/>
              <a:pPr/>
              <a:t>‹#›</a:t>
            </a:fld>
            <a:endParaRPr lang="en-US" altLang="zh-TW"/>
          </a:p>
        </p:txBody>
      </p:sp>
    </p:spTree>
    <p:extLst>
      <p:ext uri="{BB962C8B-B14F-4D97-AF65-F5344CB8AC3E}">
        <p14:creationId xmlns:p14="http://schemas.microsoft.com/office/powerpoint/2010/main" val="186738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ltLang="zh-TW"/>
          </a:p>
        </p:txBody>
      </p:sp>
      <p:sp>
        <p:nvSpPr>
          <p:cNvPr id="4" name="Rectangle 5"/>
          <p:cNvSpPr>
            <a:spLocks noGrp="1" noChangeArrowheads="1"/>
          </p:cNvSpPr>
          <p:nvPr>
            <p:ph type="ftr" sz="quarter" idx="11"/>
          </p:nvPr>
        </p:nvSpPr>
        <p:spPr>
          <a:ln/>
        </p:spPr>
        <p:txBody>
          <a:bodyPr/>
          <a:lstStyle>
            <a:lvl1pPr>
              <a:defRPr/>
            </a:lvl1pPr>
          </a:lstStyle>
          <a:p>
            <a:endParaRPr lang="en-US" altLang="zh-TW"/>
          </a:p>
        </p:txBody>
      </p:sp>
      <p:sp>
        <p:nvSpPr>
          <p:cNvPr id="5" name="Rectangle 6"/>
          <p:cNvSpPr>
            <a:spLocks noGrp="1" noChangeArrowheads="1"/>
          </p:cNvSpPr>
          <p:nvPr>
            <p:ph type="sldNum" sz="quarter" idx="12"/>
          </p:nvPr>
        </p:nvSpPr>
        <p:spPr>
          <a:ln/>
        </p:spPr>
        <p:txBody>
          <a:bodyPr/>
          <a:lstStyle>
            <a:lvl1pPr>
              <a:defRPr/>
            </a:lvl1pPr>
          </a:lstStyle>
          <a:p>
            <a:fld id="{7BB9F96C-5FBF-454D-AED9-6FBC07E26176}" type="slidenum">
              <a:rPr lang="zh-TW" altLang="en-US"/>
              <a:pPr/>
              <a:t>‹#›</a:t>
            </a:fld>
            <a:endParaRPr lang="en-US" altLang="zh-TW"/>
          </a:p>
        </p:txBody>
      </p:sp>
    </p:spTree>
    <p:extLst>
      <p:ext uri="{BB962C8B-B14F-4D97-AF65-F5344CB8AC3E}">
        <p14:creationId xmlns:p14="http://schemas.microsoft.com/office/powerpoint/2010/main" val="814993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TW"/>
          </a:p>
        </p:txBody>
      </p:sp>
      <p:sp>
        <p:nvSpPr>
          <p:cNvPr id="3" name="Rectangle 5"/>
          <p:cNvSpPr>
            <a:spLocks noGrp="1" noChangeArrowheads="1"/>
          </p:cNvSpPr>
          <p:nvPr>
            <p:ph type="ftr" sz="quarter" idx="11"/>
          </p:nvPr>
        </p:nvSpPr>
        <p:spPr>
          <a:ln/>
        </p:spPr>
        <p:txBody>
          <a:bodyPr/>
          <a:lstStyle>
            <a:lvl1pPr>
              <a:defRPr/>
            </a:lvl1pPr>
          </a:lstStyle>
          <a:p>
            <a:endParaRPr lang="en-US" altLang="zh-TW"/>
          </a:p>
        </p:txBody>
      </p:sp>
      <p:sp>
        <p:nvSpPr>
          <p:cNvPr id="4" name="Rectangle 6"/>
          <p:cNvSpPr>
            <a:spLocks noGrp="1" noChangeArrowheads="1"/>
          </p:cNvSpPr>
          <p:nvPr>
            <p:ph type="sldNum" sz="quarter" idx="12"/>
          </p:nvPr>
        </p:nvSpPr>
        <p:spPr>
          <a:ln/>
        </p:spPr>
        <p:txBody>
          <a:bodyPr/>
          <a:lstStyle>
            <a:lvl1pPr>
              <a:defRPr/>
            </a:lvl1pPr>
          </a:lstStyle>
          <a:p>
            <a:fld id="{7D836DE4-103E-47E4-9B1A-63D8DBEAA21D}" type="slidenum">
              <a:rPr lang="zh-TW" altLang="en-US"/>
              <a:pPr/>
              <a:t>‹#›</a:t>
            </a:fld>
            <a:endParaRPr lang="en-US" altLang="zh-TW"/>
          </a:p>
        </p:txBody>
      </p:sp>
    </p:spTree>
    <p:extLst>
      <p:ext uri="{BB962C8B-B14F-4D97-AF65-F5344CB8AC3E}">
        <p14:creationId xmlns:p14="http://schemas.microsoft.com/office/powerpoint/2010/main" val="2905156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ltLang="zh-TW"/>
          </a:p>
        </p:txBody>
      </p:sp>
      <p:sp>
        <p:nvSpPr>
          <p:cNvPr id="6" name="Rectangle 5"/>
          <p:cNvSpPr>
            <a:spLocks noGrp="1" noChangeArrowheads="1"/>
          </p:cNvSpPr>
          <p:nvPr>
            <p:ph type="ftr" sz="quarter" idx="11"/>
          </p:nvPr>
        </p:nvSpPr>
        <p:spPr>
          <a:ln/>
        </p:spPr>
        <p:txBody>
          <a:bodyPr/>
          <a:lstStyle>
            <a:lvl1pPr>
              <a:defRPr/>
            </a:lvl1pPr>
          </a:lstStyle>
          <a:p>
            <a:endParaRPr lang="en-US" altLang="zh-TW"/>
          </a:p>
        </p:txBody>
      </p:sp>
      <p:sp>
        <p:nvSpPr>
          <p:cNvPr id="7" name="Rectangle 6"/>
          <p:cNvSpPr>
            <a:spLocks noGrp="1" noChangeArrowheads="1"/>
          </p:cNvSpPr>
          <p:nvPr>
            <p:ph type="sldNum" sz="quarter" idx="12"/>
          </p:nvPr>
        </p:nvSpPr>
        <p:spPr>
          <a:ln/>
        </p:spPr>
        <p:txBody>
          <a:bodyPr/>
          <a:lstStyle>
            <a:lvl1pPr>
              <a:defRPr/>
            </a:lvl1pPr>
          </a:lstStyle>
          <a:p>
            <a:fld id="{73B7166F-8A7E-4E15-882C-A9C18C7F8E93}" type="slidenum">
              <a:rPr lang="zh-TW" altLang="en-US"/>
              <a:pPr/>
              <a:t>‹#›</a:t>
            </a:fld>
            <a:endParaRPr lang="en-US" altLang="zh-TW"/>
          </a:p>
        </p:txBody>
      </p:sp>
    </p:spTree>
    <p:extLst>
      <p:ext uri="{BB962C8B-B14F-4D97-AF65-F5344CB8AC3E}">
        <p14:creationId xmlns:p14="http://schemas.microsoft.com/office/powerpoint/2010/main" val="3763268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ltLang="zh-TW"/>
          </a:p>
        </p:txBody>
      </p:sp>
      <p:sp>
        <p:nvSpPr>
          <p:cNvPr id="6" name="Rectangle 5"/>
          <p:cNvSpPr>
            <a:spLocks noGrp="1" noChangeArrowheads="1"/>
          </p:cNvSpPr>
          <p:nvPr>
            <p:ph type="ftr" sz="quarter" idx="11"/>
          </p:nvPr>
        </p:nvSpPr>
        <p:spPr>
          <a:ln/>
        </p:spPr>
        <p:txBody>
          <a:bodyPr/>
          <a:lstStyle>
            <a:lvl1pPr>
              <a:defRPr/>
            </a:lvl1pPr>
          </a:lstStyle>
          <a:p>
            <a:endParaRPr lang="en-US" altLang="zh-TW"/>
          </a:p>
        </p:txBody>
      </p:sp>
      <p:sp>
        <p:nvSpPr>
          <p:cNvPr id="7" name="Rectangle 6"/>
          <p:cNvSpPr>
            <a:spLocks noGrp="1" noChangeArrowheads="1"/>
          </p:cNvSpPr>
          <p:nvPr>
            <p:ph type="sldNum" sz="quarter" idx="12"/>
          </p:nvPr>
        </p:nvSpPr>
        <p:spPr>
          <a:ln/>
        </p:spPr>
        <p:txBody>
          <a:bodyPr/>
          <a:lstStyle>
            <a:lvl1pPr>
              <a:defRPr/>
            </a:lvl1pPr>
          </a:lstStyle>
          <a:p>
            <a:fld id="{A6641FC1-14D6-4CDA-B301-C72ECEE19E85}" type="slidenum">
              <a:rPr lang="zh-TW" altLang="en-US"/>
              <a:pPr/>
              <a:t>‹#›</a:t>
            </a:fld>
            <a:endParaRPr lang="en-US" altLang="zh-TW"/>
          </a:p>
        </p:txBody>
      </p:sp>
    </p:spTree>
    <p:extLst>
      <p:ext uri="{BB962C8B-B14F-4D97-AF65-F5344CB8AC3E}">
        <p14:creationId xmlns:p14="http://schemas.microsoft.com/office/powerpoint/2010/main" val="1892883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2D410D2D-20AB-4FDA-A7D1-25C10B534DA9}" type="slidenum">
              <a:rPr lang="zh-TW" altLang="en-US"/>
              <a:pPr/>
              <a:t>‹#›</a:t>
            </a:fld>
            <a:endParaRPr lang="en-US" altLang="zh-TW"/>
          </a:p>
        </p:txBody>
      </p:sp>
    </p:spTree>
    <p:extLst>
      <p:ext uri="{BB962C8B-B14F-4D97-AF65-F5344CB8AC3E}">
        <p14:creationId xmlns:p14="http://schemas.microsoft.com/office/powerpoint/2010/main" val="3537638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ltLang="zh-TW"/>
          </a:p>
        </p:txBody>
      </p:sp>
      <p:sp>
        <p:nvSpPr>
          <p:cNvPr id="5" name="Rectangle 5"/>
          <p:cNvSpPr>
            <a:spLocks noGrp="1" noChangeArrowheads="1"/>
          </p:cNvSpPr>
          <p:nvPr>
            <p:ph type="ftr" sz="quarter" idx="11"/>
          </p:nvPr>
        </p:nvSpPr>
        <p:spPr>
          <a:ln/>
        </p:spPr>
        <p:txBody>
          <a:bodyPr/>
          <a:lstStyle>
            <a:lvl1pPr>
              <a:defRPr/>
            </a:lvl1pPr>
          </a:lstStyle>
          <a:p>
            <a:endParaRPr lang="en-US" altLang="zh-TW"/>
          </a:p>
        </p:txBody>
      </p:sp>
      <p:sp>
        <p:nvSpPr>
          <p:cNvPr id="6" name="Rectangle 6"/>
          <p:cNvSpPr>
            <a:spLocks noGrp="1" noChangeArrowheads="1"/>
          </p:cNvSpPr>
          <p:nvPr>
            <p:ph type="sldNum" sz="quarter" idx="12"/>
          </p:nvPr>
        </p:nvSpPr>
        <p:spPr>
          <a:ln/>
        </p:spPr>
        <p:txBody>
          <a:bodyPr/>
          <a:lstStyle>
            <a:lvl1pPr>
              <a:defRPr/>
            </a:lvl1pPr>
          </a:lstStyle>
          <a:p>
            <a:fld id="{7C8BEF21-3D8E-49E2-8FE9-D5A02E038BC2}" type="slidenum">
              <a:rPr lang="zh-TW" altLang="en-US"/>
              <a:pPr/>
              <a:t>‹#›</a:t>
            </a:fld>
            <a:endParaRPr lang="en-US" altLang="zh-TW"/>
          </a:p>
        </p:txBody>
      </p:sp>
    </p:spTree>
    <p:extLst>
      <p:ext uri="{BB962C8B-B14F-4D97-AF65-F5344CB8AC3E}">
        <p14:creationId xmlns:p14="http://schemas.microsoft.com/office/powerpoint/2010/main" val="3095077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endParaRPr lang="en-US" altLang="zh-TW"/>
          </a:p>
        </p:txBody>
      </p:sp>
      <p:sp>
        <p:nvSpPr>
          <p:cNvPr id="4" name="Rectangle 5"/>
          <p:cNvSpPr>
            <a:spLocks noGrp="1" noChangeArrowheads="1"/>
          </p:cNvSpPr>
          <p:nvPr>
            <p:ph type="ftr" sz="quarter" idx="11"/>
          </p:nvPr>
        </p:nvSpPr>
        <p:spPr>
          <a:ln/>
        </p:spPr>
        <p:txBody>
          <a:bodyPr/>
          <a:lstStyle>
            <a:lvl1pPr>
              <a:defRPr/>
            </a:lvl1pPr>
          </a:lstStyle>
          <a:p>
            <a:endParaRPr lang="en-US" altLang="zh-TW"/>
          </a:p>
        </p:txBody>
      </p:sp>
      <p:sp>
        <p:nvSpPr>
          <p:cNvPr id="5" name="Rectangle 6"/>
          <p:cNvSpPr>
            <a:spLocks noGrp="1" noChangeArrowheads="1"/>
          </p:cNvSpPr>
          <p:nvPr>
            <p:ph type="sldNum" sz="quarter" idx="12"/>
          </p:nvPr>
        </p:nvSpPr>
        <p:spPr>
          <a:ln/>
        </p:spPr>
        <p:txBody>
          <a:bodyPr/>
          <a:lstStyle>
            <a:lvl1pPr>
              <a:defRPr/>
            </a:lvl1pPr>
          </a:lstStyle>
          <a:p>
            <a:fld id="{B95760C2-38E4-496F-933D-2305F303D3F1}" type="slidenum">
              <a:rPr lang="zh-TW" altLang="en-US"/>
              <a:pPr/>
              <a:t>‹#›</a:t>
            </a:fld>
            <a:endParaRPr lang="en-US" altLang="zh-TW"/>
          </a:p>
        </p:txBody>
      </p:sp>
    </p:spTree>
    <p:extLst>
      <p:ext uri="{BB962C8B-B14F-4D97-AF65-F5344CB8AC3E}">
        <p14:creationId xmlns:p14="http://schemas.microsoft.com/office/powerpoint/2010/main" val="57972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TW"/>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PMingLiU" pitchFamily="18" charset="-120"/>
              </a:defRPr>
            </a:lvl1pPr>
          </a:lstStyle>
          <a:p>
            <a:endParaRPr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PMingLiU" pitchFamily="18" charset="-120"/>
              </a:defRPr>
            </a:lvl1pPr>
          </a:lstStyle>
          <a:p>
            <a:endParaRPr lang="en-US" altLang="zh-TW"/>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PMingLiU" pitchFamily="18" charset="-120"/>
              </a:defRPr>
            </a:lvl1pPr>
          </a:lstStyle>
          <a:p>
            <a:fld id="{533C024B-1461-4457-9A28-300117C30C91}" type="slidenum">
              <a:rPr lang="zh-TW" altLang="en-US"/>
              <a:pPr/>
              <a:t>‹#›</a:t>
            </a:fld>
            <a:endParaRPr lang="en-US" altLang="zh-TW"/>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Arial" charset="0"/>
          <a:ea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Text Box 8"/>
          <p:cNvSpPr txBox="1">
            <a:spLocks noChangeArrowheads="1"/>
          </p:cNvSpPr>
          <p:nvPr/>
        </p:nvSpPr>
        <p:spPr bwMode="auto">
          <a:xfrm>
            <a:off x="152400" y="1412553"/>
            <a:ext cx="8839200" cy="17543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1440" tIns="45720" rIns="91440" bIns="45720" anchor="t">
            <a:spAutoFit/>
          </a:bodyPr>
          <a:lstStyle>
            <a:lvl1pPr>
              <a:defRPr sz="3200">
                <a:solidFill>
                  <a:schemeClr val="tx1"/>
                </a:solidFill>
                <a:latin typeface="Arial" charset="0"/>
                <a:ea typeface="ＭＳ Ｐゴシック" charset="0"/>
              </a:defRPr>
            </a:lvl1pPr>
            <a:lvl2pPr>
              <a:defRPr sz="28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ctr">
              <a:spcBef>
                <a:spcPct val="50000"/>
              </a:spcBef>
              <a:defRPr/>
            </a:pPr>
            <a:r>
              <a:rPr lang="en-US" sz="3600">
                <a:solidFill>
                  <a:srgbClr val="4D4D4D"/>
                </a:solidFill>
                <a:latin typeface="Arial"/>
                <a:ea typeface="新細明體"/>
                <a:cs typeface="Arial"/>
              </a:rPr>
              <a:t>Benchmarking Large Language Models on Programming Tasks: An Evaluation on Code Generation</a:t>
            </a:r>
            <a:endParaRPr lang="en-US"/>
          </a:p>
        </p:txBody>
      </p:sp>
      <p:sp>
        <p:nvSpPr>
          <p:cNvPr id="2051" name="Text Box 9"/>
          <p:cNvSpPr txBox="1">
            <a:spLocks noChangeArrowheads="1"/>
          </p:cNvSpPr>
          <p:nvPr/>
        </p:nvSpPr>
        <p:spPr bwMode="auto">
          <a:xfrm>
            <a:off x="152400" y="3962400"/>
            <a:ext cx="8839200" cy="4270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1440" tIns="45720" rIns="91440" bIns="45720" anchor="t">
            <a:spAutoFit/>
          </a:bodyPr>
          <a:lstStyle>
            <a:lvl1pPr>
              <a:defRPr sz="3200">
                <a:solidFill>
                  <a:schemeClr val="tx1"/>
                </a:solidFill>
                <a:latin typeface="Arial" charset="0"/>
                <a:ea typeface="ＭＳ Ｐゴシック" charset="0"/>
              </a:defRPr>
            </a:lvl1pPr>
            <a:lvl2pPr>
              <a:defRPr sz="28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ctr">
              <a:spcBef>
                <a:spcPct val="50000"/>
              </a:spcBef>
              <a:defRPr/>
            </a:pPr>
            <a:r>
              <a:rPr lang="en-US" altLang="zh-TW" sz="2200">
                <a:solidFill>
                  <a:srgbClr val="4D4D4D"/>
                </a:solidFill>
                <a:latin typeface="Georgia"/>
                <a:ea typeface="新細明體"/>
              </a:rPr>
              <a:t>Aditya Kakkar, Aryan Sawhney</a:t>
            </a:r>
            <a:endParaRPr lang="en-US"/>
          </a:p>
        </p:txBody>
      </p:sp>
      <p:sp>
        <p:nvSpPr>
          <p:cNvPr id="2052" name="Text Box 9"/>
          <p:cNvSpPr txBox="1">
            <a:spLocks noChangeArrowheads="1"/>
          </p:cNvSpPr>
          <p:nvPr/>
        </p:nvSpPr>
        <p:spPr bwMode="auto">
          <a:xfrm>
            <a:off x="76200" y="4419600"/>
            <a:ext cx="8839200" cy="4270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1440" tIns="45720" rIns="91440" bIns="45720" anchor="t">
            <a:spAutoFit/>
          </a:bodyPr>
          <a:lstStyle>
            <a:lvl1pPr>
              <a:defRPr sz="3200">
                <a:solidFill>
                  <a:schemeClr val="tx1"/>
                </a:solidFill>
                <a:latin typeface="Arial" charset="0"/>
                <a:ea typeface="ＭＳ Ｐゴシック" charset="0"/>
              </a:defRPr>
            </a:lvl1pPr>
            <a:lvl2pPr>
              <a:defRPr sz="2800">
                <a:solidFill>
                  <a:schemeClr val="tx1"/>
                </a:solidFill>
                <a:latin typeface="Arial" charset="0"/>
                <a:ea typeface="ＭＳ Ｐゴシック" charset="0"/>
              </a:defRPr>
            </a:lvl2pPr>
            <a:lvl3pPr>
              <a:defRPr sz="2400">
                <a:solidFill>
                  <a:schemeClr val="tx1"/>
                </a:solidFill>
                <a:latin typeface="Arial" charset="0"/>
                <a:ea typeface="ＭＳ Ｐゴシック" charset="0"/>
              </a:defRPr>
            </a:lvl3pPr>
            <a:lvl4pPr>
              <a:defRPr sz="2000">
                <a:solidFill>
                  <a:schemeClr val="tx1"/>
                </a:solidFill>
                <a:latin typeface="Arial" charset="0"/>
                <a:ea typeface="ＭＳ Ｐゴシック" charset="0"/>
              </a:defRPr>
            </a:lvl4pPr>
            <a:lvl5pPr>
              <a:defRPr sz="2000">
                <a:solidFill>
                  <a:schemeClr val="tx1"/>
                </a:solidFill>
                <a:latin typeface="Arial" charset="0"/>
                <a:ea typeface="ＭＳ Ｐゴシック" charset="0"/>
              </a:defRPr>
            </a:lvl5pPr>
            <a:lvl6pPr eaLnBrk="0" hangingPunct="0">
              <a:defRPr sz="2000">
                <a:solidFill>
                  <a:schemeClr val="tx1"/>
                </a:solidFill>
                <a:latin typeface="Arial" charset="0"/>
                <a:ea typeface="ＭＳ Ｐゴシック" charset="0"/>
              </a:defRPr>
            </a:lvl6pPr>
            <a:lvl7pPr eaLnBrk="0" hangingPunct="0">
              <a:defRPr sz="2000">
                <a:solidFill>
                  <a:schemeClr val="tx1"/>
                </a:solidFill>
                <a:latin typeface="Arial" charset="0"/>
                <a:ea typeface="ＭＳ Ｐゴシック" charset="0"/>
              </a:defRPr>
            </a:lvl7pPr>
            <a:lvl8pPr eaLnBrk="0" hangingPunct="0">
              <a:defRPr sz="2000">
                <a:solidFill>
                  <a:schemeClr val="tx1"/>
                </a:solidFill>
                <a:latin typeface="Arial" charset="0"/>
                <a:ea typeface="ＭＳ Ｐゴシック" charset="0"/>
              </a:defRPr>
            </a:lvl8pPr>
            <a:lvl9pPr eaLnBrk="0" hangingPunct="0">
              <a:defRPr sz="2000">
                <a:solidFill>
                  <a:schemeClr val="tx1"/>
                </a:solidFill>
                <a:latin typeface="Arial" charset="0"/>
                <a:ea typeface="ＭＳ Ｐゴシック" charset="0"/>
              </a:defRPr>
            </a:lvl9pPr>
          </a:lstStyle>
          <a:p>
            <a:pPr algn="ctr">
              <a:spcBef>
                <a:spcPct val="50000"/>
              </a:spcBef>
              <a:defRPr/>
            </a:pPr>
            <a:r>
              <a:rPr lang="en-US" altLang="zh-TW" sz="2200" dirty="0">
                <a:solidFill>
                  <a:srgbClr val="4D4D4D"/>
                </a:solidFill>
                <a:latin typeface="Georgia"/>
                <a:ea typeface="新細明體"/>
              </a:rPr>
              <a:t>04/28/2025</a:t>
            </a:r>
            <a:endParaRPr lang="en-US" dirty="0"/>
          </a:p>
        </p:txBody>
      </p:sp>
      <p:sp>
        <p:nvSpPr>
          <p:cNvPr id="2" name="Slide Number Placeholder 1"/>
          <p:cNvSpPr>
            <a:spLocks noGrp="1"/>
          </p:cNvSpPr>
          <p:nvPr>
            <p:ph type="sldNum" sz="quarter" idx="12"/>
          </p:nvPr>
        </p:nvSpPr>
        <p:spPr/>
        <p:txBody>
          <a:bodyPr/>
          <a:lstStyle/>
          <a:p>
            <a:fld id="{490BA4C9-2F9F-4941-AE8E-AC62D4D21837}" type="slidenum">
              <a:rPr lang="zh-TW" altLang="en-US" smtClean="0"/>
              <a:pPr/>
              <a:t>1</a:t>
            </a:fld>
            <a:endParaRPr lang="en-US" altLang="zh-TW"/>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519ED-4F42-8E1B-95AC-3DC1A2378BC5}"/>
              </a:ext>
            </a:extLst>
          </p:cNvPr>
          <p:cNvSpPr>
            <a:spLocks noGrp="1"/>
          </p:cNvSpPr>
          <p:nvPr>
            <p:ph type="title"/>
          </p:nvPr>
        </p:nvSpPr>
        <p:spPr>
          <a:xfrm>
            <a:off x="457200" y="2857500"/>
            <a:ext cx="8229600" cy="1143000"/>
          </a:xfrm>
        </p:spPr>
        <p:txBody>
          <a:bodyPr/>
          <a:lstStyle/>
          <a:p>
            <a:r>
              <a:rPr lang="en-US" dirty="0"/>
              <a:t>Aditya Kakkar(zjq5mr)</a:t>
            </a:r>
          </a:p>
        </p:txBody>
      </p:sp>
      <p:sp>
        <p:nvSpPr>
          <p:cNvPr id="3" name="Slide Number Placeholder 2">
            <a:extLst>
              <a:ext uri="{FF2B5EF4-FFF2-40B4-BE49-F238E27FC236}">
                <a16:creationId xmlns:a16="http://schemas.microsoft.com/office/drawing/2014/main" id="{B80FC5F2-EFCD-9148-089E-4D40D3243F4C}"/>
              </a:ext>
            </a:extLst>
          </p:cNvPr>
          <p:cNvSpPr>
            <a:spLocks noGrp="1"/>
          </p:cNvSpPr>
          <p:nvPr>
            <p:ph type="sldNum" sz="quarter" idx="12"/>
          </p:nvPr>
        </p:nvSpPr>
        <p:spPr/>
        <p:txBody>
          <a:bodyPr/>
          <a:lstStyle/>
          <a:p>
            <a:fld id="{7BB9F96C-5FBF-454D-AED9-6FBC07E26176}" type="slidenum">
              <a:rPr lang="zh-TW" altLang="en-US" smtClean="0"/>
              <a:pPr/>
              <a:t>2</a:t>
            </a:fld>
            <a:endParaRPr lang="en-US" altLang="zh-TW"/>
          </a:p>
        </p:txBody>
      </p:sp>
    </p:spTree>
    <p:extLst>
      <p:ext uri="{BB962C8B-B14F-4D97-AF65-F5344CB8AC3E}">
        <p14:creationId xmlns:p14="http://schemas.microsoft.com/office/powerpoint/2010/main" val="107675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8" name="Rectangle 15"/>
          <p:cNvSpPr>
            <a:spLocks noChangeArrowheads="1"/>
          </p:cNvSpPr>
          <p:nvPr/>
        </p:nvSpPr>
        <p:spPr bwMode="auto">
          <a:xfrm>
            <a:off x="308610" y="991443"/>
            <a:ext cx="3332365" cy="1087819"/>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chor="b">
            <a:norm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90000"/>
              </a:lnSpc>
              <a:spcAft>
                <a:spcPts val="600"/>
              </a:spcAft>
            </a:pPr>
            <a:r>
              <a:rPr lang="en-US" altLang="zh-CN" sz="3000" kern="1200">
                <a:solidFill>
                  <a:schemeClr val="tx1"/>
                </a:solidFill>
                <a:latin typeface="+mj-lt"/>
                <a:ea typeface="+mj-ea"/>
                <a:cs typeface="+mj-cs"/>
              </a:rPr>
              <a:t>Motivation</a:t>
            </a:r>
            <a:endParaRPr lang="en-US" altLang="zh-TW" sz="3000" kern="1200">
              <a:solidFill>
                <a:schemeClr val="tx1"/>
              </a:solidFill>
              <a:latin typeface="+mj-lt"/>
              <a:ea typeface="+mj-ea"/>
              <a:cs typeface="+mj-cs"/>
            </a:endParaRPr>
          </a:p>
        </p:txBody>
      </p:sp>
      <p:sp>
        <p:nvSpPr>
          <p:cNvPr id="4105" name="Rectangle 4104">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77773" y="456519"/>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07" name="Rectangle 410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610" y="2285541"/>
            <a:ext cx="32918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2E29D13D-E1D2-56D9-FD29-A3B728DF3EDF}"/>
              </a:ext>
            </a:extLst>
          </p:cNvPr>
          <p:cNvSpPr txBox="1"/>
          <p:nvPr/>
        </p:nvSpPr>
        <p:spPr>
          <a:xfrm>
            <a:off x="308610" y="2684095"/>
            <a:ext cx="3332365" cy="349286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28600" indent="-228600">
              <a:lnSpc>
                <a:spcPct val="90000"/>
              </a:lnSpc>
              <a:spcAft>
                <a:spcPts val="600"/>
              </a:spcAft>
              <a:buFont typeface="Arial" panose="020B0604020202020204" pitchFamily="34" charset="0"/>
              <a:buChar char="•"/>
            </a:pPr>
            <a:r>
              <a:rPr lang="en-US" sz="1600">
                <a:latin typeface="+mn-lt"/>
                <a:ea typeface="+mn-ea"/>
              </a:rPr>
              <a:t>The rise of LLMs has transformed how developers write code.</a:t>
            </a:r>
          </a:p>
          <a:p>
            <a:pPr marL="228600" indent="-228600">
              <a:lnSpc>
                <a:spcPct val="90000"/>
              </a:lnSpc>
              <a:spcAft>
                <a:spcPts val="600"/>
              </a:spcAft>
              <a:buFont typeface="Arial" panose="020B0604020202020204" pitchFamily="34" charset="0"/>
              <a:buChar char="•"/>
            </a:pPr>
            <a:r>
              <a:rPr lang="en-US" sz="1600">
                <a:latin typeface="+mn-lt"/>
                <a:ea typeface="+mn-ea"/>
              </a:rPr>
              <a:t>Developers and organizations want reliable tools — but </a:t>
            </a:r>
            <a:r>
              <a:rPr lang="en-US" sz="1600" b="1">
                <a:latin typeface="+mn-lt"/>
                <a:ea typeface="+mn-ea"/>
              </a:rPr>
              <a:t>which LLMs are actually best at coding?</a:t>
            </a:r>
          </a:p>
          <a:p>
            <a:pPr marL="228600" indent="-228600">
              <a:lnSpc>
                <a:spcPct val="90000"/>
              </a:lnSpc>
              <a:spcAft>
                <a:spcPts val="600"/>
              </a:spcAft>
              <a:buFont typeface="Arial" panose="020B0604020202020204" pitchFamily="34" charset="0"/>
              <a:buChar char="•"/>
            </a:pPr>
            <a:r>
              <a:rPr lang="en-US" sz="1600">
                <a:latin typeface="+mn-lt"/>
                <a:ea typeface="+mn-ea"/>
              </a:rPr>
              <a:t>Prior evaluations focus on older models, </a:t>
            </a:r>
            <a:r>
              <a:rPr lang="en-US" sz="1600" b="1">
                <a:latin typeface="+mn-lt"/>
                <a:ea typeface="+mn-ea"/>
              </a:rPr>
              <a:t>newer models</a:t>
            </a:r>
            <a:r>
              <a:rPr lang="en-US" sz="1600">
                <a:latin typeface="+mn-lt"/>
                <a:ea typeface="+mn-ea"/>
              </a:rPr>
              <a:t> haven’t been compared systematically.</a:t>
            </a:r>
          </a:p>
          <a:p>
            <a:pPr marL="228600" indent="-228600">
              <a:lnSpc>
                <a:spcPct val="90000"/>
              </a:lnSpc>
              <a:spcAft>
                <a:spcPts val="600"/>
              </a:spcAft>
              <a:buFont typeface="Arial" panose="020B0604020202020204" pitchFamily="34" charset="0"/>
              <a:buChar char="•"/>
            </a:pPr>
            <a:r>
              <a:rPr lang="en-US" sz="1600">
                <a:latin typeface="+mn-lt"/>
                <a:ea typeface="+mn-ea"/>
              </a:rPr>
              <a:t>We aim to provide a </a:t>
            </a:r>
            <a:r>
              <a:rPr lang="en-US" sz="1600" b="1">
                <a:latin typeface="+mn-lt"/>
                <a:ea typeface="+mn-ea"/>
              </a:rPr>
              <a:t>clear, reproducible, and up-to-date evaluation</a:t>
            </a:r>
            <a:r>
              <a:rPr lang="en-US" sz="1600">
                <a:latin typeface="+mn-lt"/>
                <a:ea typeface="+mn-ea"/>
              </a:rPr>
              <a:t> of cutting-edge models on real coding tasks.</a:t>
            </a:r>
          </a:p>
        </p:txBody>
      </p:sp>
      <p:pic>
        <p:nvPicPr>
          <p:cNvPr id="4" name="Picture 3" descr="Generated image">
            <a:extLst>
              <a:ext uri="{FF2B5EF4-FFF2-40B4-BE49-F238E27FC236}">
                <a16:creationId xmlns:a16="http://schemas.microsoft.com/office/drawing/2014/main" id="{028C17DA-3C9E-3890-EF36-85639461BC16}"/>
              </a:ext>
            </a:extLst>
          </p:cNvPr>
          <p:cNvPicPr>
            <a:picLocks noChangeAspect="1"/>
          </p:cNvPicPr>
          <p:nvPr/>
        </p:nvPicPr>
        <p:blipFill>
          <a:blip r:embed="rId3"/>
          <a:stretch>
            <a:fillRect/>
          </a:stretch>
        </p:blipFill>
        <p:spPr>
          <a:xfrm>
            <a:off x="4039362" y="1789204"/>
            <a:ext cx="4830318" cy="3224237"/>
          </a:xfrm>
          <a:prstGeom prst="rect">
            <a:avLst/>
          </a:prstGeom>
        </p:spPr>
      </p:pic>
      <p:sp>
        <p:nvSpPr>
          <p:cNvPr id="2" name="Slide Number Placeholder 1"/>
          <p:cNvSpPr>
            <a:spLocks noGrp="1"/>
          </p:cNvSpPr>
          <p:nvPr>
            <p:ph type="sldNum" sz="quarter" idx="12"/>
          </p:nvPr>
        </p:nvSpPr>
        <p:spPr>
          <a:xfrm>
            <a:off x="6777990" y="6356350"/>
            <a:ext cx="2057400" cy="365125"/>
          </a:xfrm>
        </p:spPr>
        <p:txBody>
          <a:bodyPr vert="horz" lIns="91440" tIns="45720" rIns="91440" bIns="45720" rtlCol="0" anchor="ctr">
            <a:normAutofit/>
          </a:bodyPr>
          <a:lstStyle/>
          <a:p>
            <a:pPr>
              <a:spcAft>
                <a:spcPts val="600"/>
              </a:spcAft>
            </a:pPr>
            <a:fld id="{B95760C2-38E4-496F-933D-2305F303D3F1}" type="slidenum">
              <a:rPr lang="en-US" altLang="zh-TW" sz="1200">
                <a:solidFill>
                  <a:schemeClr val="tx1">
                    <a:lumMod val="50000"/>
                    <a:lumOff val="50000"/>
                  </a:schemeClr>
                </a:solidFill>
                <a:latin typeface="+mn-lt"/>
                <a:ea typeface="+mn-ea"/>
              </a:rPr>
              <a:pPr>
                <a:spcAft>
                  <a:spcPts val="600"/>
                </a:spcAft>
              </a:pPr>
              <a:t>3</a:t>
            </a:fld>
            <a:endParaRPr lang="en-US" altLang="zh-TW" sz="1200">
              <a:solidFill>
                <a:schemeClr val="tx1">
                  <a:lumMod val="50000"/>
                  <a:lumOff val="50000"/>
                </a:schemeClr>
              </a:solidFill>
              <a:latin typeface="+mn-lt"/>
              <a:ea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5"/>
          <p:cNvSpPr>
            <a:spLocks noChangeArrowheads="1"/>
          </p:cNvSpPr>
          <p:nvPr/>
        </p:nvSpPr>
        <p:spPr bwMode="auto">
          <a:xfrm>
            <a:off x="657519" y="741391"/>
            <a:ext cx="2591866" cy="161620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lIns="91440" tIns="45720" rIns="91440" bIns="45720" rtlCol="0" anchor="b">
            <a:norm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90000"/>
              </a:lnSpc>
              <a:spcAft>
                <a:spcPts val="600"/>
              </a:spcAft>
            </a:pPr>
            <a:r>
              <a:rPr lang="en-US" altLang="ja-JP" sz="2800" kern="1200">
                <a:solidFill>
                  <a:schemeClr val="tx1"/>
                </a:solidFill>
                <a:latin typeface="+mj-lt"/>
                <a:ea typeface="+mj-ea"/>
                <a:cs typeface="+mj-cs"/>
              </a:rPr>
              <a:t>Background</a:t>
            </a:r>
            <a:endParaRPr lang="en-US" altLang="zh-TW" sz="2800" kern="1200">
              <a:solidFill>
                <a:schemeClr val="tx1"/>
              </a:solidFill>
              <a:latin typeface="+mj-lt"/>
              <a:ea typeface="+mj-ea"/>
              <a:cs typeface="+mj-cs"/>
            </a:endParaRPr>
          </a:p>
        </p:txBody>
      </p:sp>
      <p:sp>
        <p:nvSpPr>
          <p:cNvPr id="2" name="TextBox 1">
            <a:extLst>
              <a:ext uri="{FF2B5EF4-FFF2-40B4-BE49-F238E27FC236}">
                <a16:creationId xmlns:a16="http://schemas.microsoft.com/office/drawing/2014/main" id="{64D84BE8-9D8F-71DE-9ED2-E0392811FEA9}"/>
              </a:ext>
            </a:extLst>
          </p:cNvPr>
          <p:cNvSpPr txBox="1"/>
          <p:nvPr/>
        </p:nvSpPr>
        <p:spPr>
          <a:xfrm>
            <a:off x="657519" y="2533476"/>
            <a:ext cx="2591866" cy="344783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200" dirty="0">
                <a:latin typeface="+mn-lt"/>
                <a:ea typeface="+mn-ea"/>
              </a:rPr>
              <a:t>Prior work has evaluated LLMs like </a:t>
            </a:r>
            <a:r>
              <a:rPr lang="en-US" sz="1200" b="1" dirty="0">
                <a:latin typeface="+mn-lt"/>
                <a:ea typeface="+mn-ea"/>
              </a:rPr>
              <a:t>Codex</a:t>
            </a:r>
            <a:r>
              <a:rPr lang="en-US" sz="1200" dirty="0">
                <a:latin typeface="+mn-lt"/>
                <a:ea typeface="+mn-ea"/>
              </a:rPr>
              <a:t>, </a:t>
            </a:r>
            <a:r>
              <a:rPr lang="en-US" sz="1200" b="1" dirty="0">
                <a:latin typeface="+mn-lt"/>
                <a:ea typeface="+mn-ea"/>
              </a:rPr>
              <a:t>GPT-4 Turbo</a:t>
            </a:r>
            <a:r>
              <a:rPr lang="en-US" sz="1200" dirty="0">
                <a:latin typeface="+mn-lt"/>
                <a:ea typeface="+mn-ea"/>
              </a:rPr>
              <a:t>, and </a:t>
            </a:r>
            <a:r>
              <a:rPr lang="en-US" sz="1200" b="1" dirty="0">
                <a:latin typeface="+mn-lt"/>
                <a:ea typeface="+mn-ea"/>
              </a:rPr>
              <a:t>Claude Opus</a:t>
            </a:r>
            <a:r>
              <a:rPr lang="en-US" sz="1200" dirty="0">
                <a:latin typeface="+mn-lt"/>
                <a:ea typeface="+mn-ea"/>
              </a:rPr>
              <a:t>, mostly using </a:t>
            </a:r>
            <a:r>
              <a:rPr lang="en-US" sz="1200" b="1" dirty="0" err="1">
                <a:latin typeface="+mn-lt"/>
                <a:ea typeface="+mn-ea"/>
              </a:rPr>
              <a:t>HumanEval</a:t>
            </a:r>
            <a:r>
              <a:rPr lang="en-US" sz="1200" dirty="0">
                <a:latin typeface="+mn-lt"/>
                <a:ea typeface="+mn-ea"/>
              </a:rPr>
              <a:t> and </a:t>
            </a:r>
            <a:r>
              <a:rPr lang="en-US" sz="1200" b="1" dirty="0">
                <a:latin typeface="+mn-lt"/>
                <a:ea typeface="+mn-ea"/>
              </a:rPr>
              <a:t>MBPP</a:t>
            </a:r>
            <a:r>
              <a:rPr lang="en-US" sz="1200" dirty="0">
                <a:latin typeface="+mn-lt"/>
                <a:ea typeface="+mn-ea"/>
              </a:rPr>
              <a:t>.</a:t>
            </a:r>
          </a:p>
          <a:p>
            <a:pPr indent="-228600">
              <a:lnSpc>
                <a:spcPct val="90000"/>
              </a:lnSpc>
              <a:spcAft>
                <a:spcPts val="600"/>
              </a:spcAft>
              <a:buFont typeface="Arial" panose="020B0604020202020204" pitchFamily="34" charset="0"/>
              <a:buChar char="•"/>
            </a:pPr>
            <a:r>
              <a:rPr lang="en-US" sz="1200" dirty="0">
                <a:latin typeface="+mn-lt"/>
                <a:ea typeface="+mn-ea"/>
              </a:rPr>
              <a:t>However, the latest models — </a:t>
            </a:r>
            <a:r>
              <a:rPr lang="en-US" sz="1200" b="1" dirty="0">
                <a:latin typeface="+mn-lt"/>
                <a:ea typeface="+mn-ea"/>
              </a:rPr>
              <a:t>GPT O3 mini/high</a:t>
            </a:r>
            <a:r>
              <a:rPr lang="en-US" sz="1200" dirty="0">
                <a:latin typeface="+mn-lt"/>
                <a:ea typeface="+mn-ea"/>
              </a:rPr>
              <a:t>, </a:t>
            </a:r>
            <a:r>
              <a:rPr lang="en-US" sz="1200" b="1" dirty="0">
                <a:latin typeface="+mn-lt"/>
                <a:ea typeface="+mn-ea"/>
              </a:rPr>
              <a:t>Claude 3.7 Sonnet</a:t>
            </a:r>
            <a:r>
              <a:rPr lang="en-US" sz="1200" dirty="0">
                <a:latin typeface="+mn-lt"/>
                <a:ea typeface="+mn-ea"/>
              </a:rPr>
              <a:t>, and </a:t>
            </a:r>
            <a:r>
              <a:rPr lang="en-US" sz="1200" b="1" dirty="0">
                <a:latin typeface="+mn-lt"/>
                <a:ea typeface="+mn-ea"/>
              </a:rPr>
              <a:t>Grok 3</a:t>
            </a:r>
            <a:r>
              <a:rPr lang="en-US" sz="1200" dirty="0">
                <a:latin typeface="+mn-lt"/>
                <a:ea typeface="+mn-ea"/>
              </a:rPr>
              <a:t>— haven’t been directly compared for </a:t>
            </a:r>
            <a:r>
              <a:rPr lang="en-US" sz="1200" b="1" dirty="0">
                <a:latin typeface="+mn-lt"/>
                <a:ea typeface="+mn-ea"/>
              </a:rPr>
              <a:t>code generation quality</a:t>
            </a:r>
            <a:r>
              <a:rPr lang="en-US" sz="1200" dirty="0">
                <a:latin typeface="+mn-lt"/>
                <a:ea typeface="+mn-ea"/>
              </a:rPr>
              <a:t>.</a:t>
            </a:r>
          </a:p>
          <a:p>
            <a:pPr indent="-228600">
              <a:lnSpc>
                <a:spcPct val="90000"/>
              </a:lnSpc>
              <a:spcAft>
                <a:spcPts val="600"/>
              </a:spcAft>
              <a:buFont typeface="Arial" panose="020B0604020202020204" pitchFamily="34" charset="0"/>
              <a:buChar char="•"/>
            </a:pPr>
            <a:r>
              <a:rPr lang="en-US" sz="1200" dirty="0">
                <a:latin typeface="+mn-lt"/>
                <a:ea typeface="+mn-ea"/>
              </a:rPr>
              <a:t>Most existing evaluations mix reasoning with coding — </a:t>
            </a:r>
            <a:r>
              <a:rPr lang="en-US" sz="1200" b="1" dirty="0">
                <a:latin typeface="+mn-lt"/>
                <a:ea typeface="+mn-ea"/>
              </a:rPr>
              <a:t>we isolate code generation only</a:t>
            </a:r>
            <a:r>
              <a:rPr lang="en-US" sz="1200" dirty="0">
                <a:latin typeface="+mn-lt"/>
                <a:ea typeface="+mn-ea"/>
              </a:rPr>
              <a:t>, using Python.</a:t>
            </a:r>
          </a:p>
          <a:p>
            <a:pPr indent="-228600">
              <a:lnSpc>
                <a:spcPct val="90000"/>
              </a:lnSpc>
              <a:spcAft>
                <a:spcPts val="600"/>
              </a:spcAft>
              <a:buFont typeface="Arial" panose="020B0604020202020204" pitchFamily="34" charset="0"/>
              <a:buChar char="•"/>
            </a:pPr>
            <a:r>
              <a:rPr lang="en-US" sz="1200" dirty="0">
                <a:latin typeface="+mn-lt"/>
                <a:ea typeface="+mn-ea"/>
              </a:rPr>
              <a:t>We will look at a mix of coding problems: Software Engineering, Competitive Programming, etc.</a:t>
            </a:r>
          </a:p>
          <a:p>
            <a:pPr indent="-228600">
              <a:lnSpc>
                <a:spcPct val="90000"/>
              </a:lnSpc>
              <a:spcAft>
                <a:spcPts val="600"/>
              </a:spcAft>
              <a:buFont typeface="Arial" panose="020B0604020202020204" pitchFamily="34" charset="0"/>
              <a:buChar char="•"/>
            </a:pPr>
            <a:endParaRPr lang="en-US" sz="1200" dirty="0">
              <a:latin typeface="+mn-lt"/>
              <a:ea typeface="+mn-ea"/>
            </a:endParaRPr>
          </a:p>
          <a:p>
            <a:pPr marL="228600" indent="-228600">
              <a:lnSpc>
                <a:spcPct val="90000"/>
              </a:lnSpc>
              <a:spcAft>
                <a:spcPts val="600"/>
              </a:spcAft>
              <a:buFont typeface="Arial" panose="020B0604020202020204" pitchFamily="34" charset="0"/>
              <a:buChar char="•"/>
            </a:pPr>
            <a:endParaRPr lang="en-US" sz="1200" dirty="0">
              <a:latin typeface="+mn-lt"/>
              <a:ea typeface="+mn-ea"/>
            </a:endParaRPr>
          </a:p>
        </p:txBody>
      </p:sp>
      <p:pic>
        <p:nvPicPr>
          <p:cNvPr id="3" name="Picture 2" descr="The best Large Language Models (LLMs) of 2024 | TechRadar">
            <a:extLst>
              <a:ext uri="{FF2B5EF4-FFF2-40B4-BE49-F238E27FC236}">
                <a16:creationId xmlns:a16="http://schemas.microsoft.com/office/drawing/2014/main" id="{814D3B74-83EB-3E32-9F2B-04D6BD177732}"/>
              </a:ext>
            </a:extLst>
          </p:cNvPr>
          <p:cNvPicPr>
            <a:picLocks noChangeAspect="1"/>
          </p:cNvPicPr>
          <p:nvPr/>
        </p:nvPicPr>
        <p:blipFill>
          <a:blip r:embed="rId3"/>
          <a:stretch>
            <a:fillRect/>
          </a:stretch>
        </p:blipFill>
        <p:spPr>
          <a:xfrm>
            <a:off x="3740754" y="2085902"/>
            <a:ext cx="4792009" cy="2695505"/>
          </a:xfrm>
          <a:prstGeom prst="rect">
            <a:avLst/>
          </a:prstGeom>
        </p:spPr>
      </p:pic>
      <p:grpSp>
        <p:nvGrpSpPr>
          <p:cNvPr id="5127" name="Group 5126">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051478" y="0"/>
            <a:ext cx="92522" cy="6858000"/>
            <a:chOff x="12068638" y="0"/>
            <a:chExt cx="123362" cy="6858000"/>
          </a:xfrm>
        </p:grpSpPr>
        <p:sp>
          <p:nvSpPr>
            <p:cNvPr id="5128" name="Rectangle 5127">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a:solidFill>
                  <a:srgbClr val="4D4D4D"/>
                </a:solidFill>
                <a:latin typeface="Georgia" charset="0"/>
                <a:ea typeface="新細明體" charset="0"/>
                <a:cs typeface="新細明體" charset="0"/>
              </a:rPr>
              <a:t>Related Work</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5</a:t>
            </a:fld>
            <a:endParaRPr lang="en-US" altLang="zh-TW"/>
          </a:p>
        </p:txBody>
      </p:sp>
      <p:sp>
        <p:nvSpPr>
          <p:cNvPr id="3" name="TextBox 2">
            <a:extLst>
              <a:ext uri="{FF2B5EF4-FFF2-40B4-BE49-F238E27FC236}">
                <a16:creationId xmlns:a16="http://schemas.microsoft.com/office/drawing/2014/main" id="{4CA4F99D-8922-CBF5-EEA1-0FE1D0A2FE8E}"/>
              </a:ext>
            </a:extLst>
          </p:cNvPr>
          <p:cNvSpPr txBox="1"/>
          <p:nvPr/>
        </p:nvSpPr>
        <p:spPr>
          <a:xfrm>
            <a:off x="502304" y="1855453"/>
            <a:ext cx="8641696"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err="1">
                <a:latin typeface="Arial"/>
                <a:ea typeface="ＭＳ Ｐゴシック"/>
                <a:cs typeface="Arial"/>
              </a:rPr>
              <a:t>HumanEval</a:t>
            </a:r>
            <a:r>
              <a:rPr lang="en-US" b="1" dirty="0">
                <a:latin typeface="Arial"/>
                <a:ea typeface="ＭＳ Ｐゴシック"/>
                <a:cs typeface="Arial"/>
              </a:rPr>
              <a:t> Benchmark (OpenAI, 2021)</a:t>
            </a:r>
            <a:r>
              <a:rPr lang="en-US" dirty="0">
                <a:latin typeface="Arial"/>
                <a:ea typeface="ＭＳ Ｐゴシック"/>
                <a:cs typeface="Arial"/>
              </a:rPr>
              <a:t> – A seminal Python code generation benchmark that uses unit tests to assess functional correctness, setting the standard for evaluating models on Python programming tasks. (</a:t>
            </a:r>
            <a:r>
              <a:rPr lang="en-US" dirty="0" err="1">
                <a:latin typeface="Arial"/>
                <a:ea typeface="ＭＳ Ｐゴシック"/>
                <a:cs typeface="Arial"/>
              </a:rPr>
              <a:t>HumanEval</a:t>
            </a:r>
            <a:r>
              <a:rPr lang="en-US" dirty="0">
                <a:latin typeface="Arial"/>
                <a:ea typeface="ＭＳ Ｐゴシック"/>
                <a:cs typeface="Arial"/>
              </a:rPr>
              <a:t> Benchmark, OpenAI 2021)</a:t>
            </a:r>
            <a:endParaRPr lang="en-US" dirty="0">
              <a:latin typeface="Arial"/>
              <a:ea typeface="ＭＳ Ｐゴシック"/>
            </a:endParaRPr>
          </a:p>
          <a:p>
            <a:pPr marL="285750" indent="-285750">
              <a:buFont typeface="Arial"/>
              <a:buChar char="•"/>
            </a:pPr>
            <a:r>
              <a:rPr lang="en-US" b="1" dirty="0">
                <a:latin typeface="Arial"/>
                <a:ea typeface="ＭＳ Ｐゴシック"/>
                <a:cs typeface="Arial"/>
              </a:rPr>
              <a:t>MBPP (Mostly Basic Python Problems, 2021)</a:t>
            </a:r>
            <a:r>
              <a:rPr lang="en-US" dirty="0">
                <a:latin typeface="Arial"/>
                <a:ea typeface="ＭＳ Ｐゴシック"/>
                <a:cs typeface="Arial"/>
              </a:rPr>
              <a:t> – A diverse collection of entry-level Python problems that complements </a:t>
            </a:r>
            <a:r>
              <a:rPr lang="en-US" dirty="0" err="1">
                <a:latin typeface="Arial"/>
                <a:ea typeface="ＭＳ Ｐゴシック"/>
                <a:cs typeface="Arial"/>
              </a:rPr>
              <a:t>HumanEval</a:t>
            </a:r>
            <a:r>
              <a:rPr lang="en-US" dirty="0">
                <a:latin typeface="Arial"/>
                <a:ea typeface="ＭＳ Ｐゴシック"/>
                <a:cs typeface="Arial"/>
              </a:rPr>
              <a:t> by testing practical coding skills in a broad range of basic scenarios. (MBPP, 2021)</a:t>
            </a:r>
            <a:endParaRPr lang="en-US" dirty="0">
              <a:latin typeface="Arial"/>
              <a:ea typeface="ＭＳ Ｐゴシック"/>
            </a:endParaRPr>
          </a:p>
          <a:p>
            <a:pPr marL="285750" indent="-285750">
              <a:buFont typeface="Arial"/>
              <a:buChar char="•"/>
            </a:pPr>
            <a:r>
              <a:rPr lang="en-US" b="1" dirty="0">
                <a:latin typeface="Arial"/>
                <a:ea typeface="ＭＳ Ｐゴシック"/>
                <a:cs typeface="Arial"/>
              </a:rPr>
              <a:t>OpenAI Codex Evaluation (2021)</a:t>
            </a:r>
            <a:r>
              <a:rPr lang="en-US" dirty="0">
                <a:latin typeface="Arial"/>
                <a:ea typeface="ＭＳ Ｐゴシック"/>
                <a:cs typeface="Arial"/>
              </a:rPr>
              <a:t> – Demonstrates how code-focused fine-tuning can dramatically boost model performance on code generation tasks, providing a foundational benchmark for subsequent models like GPT o3-mini-high. (OpenAI Codex Evaluation, 2021)</a:t>
            </a:r>
            <a:endParaRPr lang="en-US" dirty="0">
              <a:latin typeface="Arial"/>
              <a:ea typeface="ＭＳ Ｐゴシック"/>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8AE60-EC36-93FA-C27F-1890D1148483}"/>
            </a:ext>
          </a:extLst>
        </p:cNvPr>
        <p:cNvGrpSpPr/>
        <p:nvPr/>
      </p:nvGrpSpPr>
      <p:grpSpPr>
        <a:xfrm>
          <a:off x="0" y="0"/>
          <a:ext cx="0" cy="0"/>
          <a:chOff x="0" y="0"/>
          <a:chExt cx="0" cy="0"/>
        </a:xfrm>
      </p:grpSpPr>
      <p:sp>
        <p:nvSpPr>
          <p:cNvPr id="6146" name="Rectangle 15">
            <a:extLst>
              <a:ext uri="{FF2B5EF4-FFF2-40B4-BE49-F238E27FC236}">
                <a16:creationId xmlns:a16="http://schemas.microsoft.com/office/drawing/2014/main" id="{636E095C-9077-3B9A-9E80-B76095AAFDB9}"/>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defRPr/>
            </a:pPr>
            <a:r>
              <a:rPr lang="en-US" altLang="zh-TW" sz="3600" dirty="0">
                <a:solidFill>
                  <a:srgbClr val="4D4D4D"/>
                </a:solidFill>
                <a:latin typeface="Georgia" charset="0"/>
                <a:ea typeface="新細明體" charset="0"/>
                <a:cs typeface="新細明體" charset="0"/>
              </a:rPr>
              <a:t>Related Work(continued)</a:t>
            </a:r>
          </a:p>
        </p:txBody>
      </p:sp>
      <p:sp>
        <p:nvSpPr>
          <p:cNvPr id="2" name="Slide Number Placeholder 1">
            <a:extLst>
              <a:ext uri="{FF2B5EF4-FFF2-40B4-BE49-F238E27FC236}">
                <a16:creationId xmlns:a16="http://schemas.microsoft.com/office/drawing/2014/main" id="{19D3012C-4771-593F-FE02-8CA8FA67A1BC}"/>
              </a:ext>
            </a:extLst>
          </p:cNvPr>
          <p:cNvSpPr>
            <a:spLocks noGrp="1"/>
          </p:cNvSpPr>
          <p:nvPr>
            <p:ph type="sldNum" sz="quarter" idx="12"/>
          </p:nvPr>
        </p:nvSpPr>
        <p:spPr/>
        <p:txBody>
          <a:bodyPr/>
          <a:lstStyle/>
          <a:p>
            <a:fld id="{B95760C2-38E4-496F-933D-2305F303D3F1}" type="slidenum">
              <a:rPr lang="zh-TW" altLang="en-US" smtClean="0"/>
              <a:pPr/>
              <a:t>6</a:t>
            </a:fld>
            <a:endParaRPr lang="en-US" altLang="zh-TW"/>
          </a:p>
        </p:txBody>
      </p:sp>
      <p:graphicFrame>
        <p:nvGraphicFramePr>
          <p:cNvPr id="4" name="Table 3">
            <a:extLst>
              <a:ext uri="{FF2B5EF4-FFF2-40B4-BE49-F238E27FC236}">
                <a16:creationId xmlns:a16="http://schemas.microsoft.com/office/drawing/2014/main" id="{4B1D2363-2777-3659-D766-560EDB4A47E7}"/>
              </a:ext>
            </a:extLst>
          </p:cNvPr>
          <p:cNvGraphicFramePr>
            <a:graphicFrameLocks noGrp="1"/>
          </p:cNvGraphicFramePr>
          <p:nvPr>
            <p:extLst>
              <p:ext uri="{D42A27DB-BD31-4B8C-83A1-F6EECF244321}">
                <p14:modId xmlns:p14="http://schemas.microsoft.com/office/powerpoint/2010/main" val="2528755045"/>
              </p:ext>
            </p:extLst>
          </p:nvPr>
        </p:nvGraphicFramePr>
        <p:xfrm>
          <a:off x="1587795" y="2436599"/>
          <a:ext cx="6429154" cy="3031698"/>
        </p:xfrm>
        <a:graphic>
          <a:graphicData uri="http://schemas.openxmlformats.org/drawingml/2006/table">
            <a:tbl>
              <a:tblPr firstRow="1" bandRow="1">
                <a:tableStyleId>{073A0DAA-6AF3-43AB-8588-CEC1D06C72B9}</a:tableStyleId>
              </a:tblPr>
              <a:tblGrid>
                <a:gridCol w="3214577">
                  <a:extLst>
                    <a:ext uri="{9D8B030D-6E8A-4147-A177-3AD203B41FA5}">
                      <a16:colId xmlns:a16="http://schemas.microsoft.com/office/drawing/2014/main" val="3508300451"/>
                    </a:ext>
                  </a:extLst>
                </a:gridCol>
                <a:gridCol w="3214577">
                  <a:extLst>
                    <a:ext uri="{9D8B030D-6E8A-4147-A177-3AD203B41FA5}">
                      <a16:colId xmlns:a16="http://schemas.microsoft.com/office/drawing/2014/main" val="940231647"/>
                    </a:ext>
                  </a:extLst>
                </a:gridCol>
              </a:tblGrid>
              <a:tr h="505283">
                <a:tc>
                  <a:txBody>
                    <a:bodyPr/>
                    <a:lstStyle/>
                    <a:p>
                      <a:r>
                        <a:rPr lang="en-US" dirty="0"/>
                        <a:t>Model</a:t>
                      </a:r>
                    </a:p>
                  </a:txBody>
                  <a:tcPr/>
                </a:tc>
                <a:tc>
                  <a:txBody>
                    <a:bodyPr/>
                    <a:lstStyle/>
                    <a:p>
                      <a:r>
                        <a:rPr lang="en-US" dirty="0" err="1"/>
                        <a:t>HumanEval</a:t>
                      </a:r>
                      <a:r>
                        <a:rPr lang="en-US" dirty="0"/>
                        <a:t>, Pass@1 Score</a:t>
                      </a:r>
                    </a:p>
                  </a:txBody>
                  <a:tcPr/>
                </a:tc>
                <a:extLst>
                  <a:ext uri="{0D108BD9-81ED-4DB2-BD59-A6C34878D82A}">
                    <a16:rowId xmlns:a16="http://schemas.microsoft.com/office/drawing/2014/main" val="1758732112"/>
                  </a:ext>
                </a:extLst>
              </a:tr>
              <a:tr h="505283">
                <a:tc>
                  <a:txBody>
                    <a:bodyPr/>
                    <a:lstStyle/>
                    <a:p>
                      <a:r>
                        <a:rPr lang="en-US" dirty="0"/>
                        <a:t>O1</a:t>
                      </a:r>
                    </a:p>
                  </a:txBody>
                  <a:tcPr/>
                </a:tc>
                <a:tc>
                  <a:txBody>
                    <a:bodyPr/>
                    <a:lstStyle/>
                    <a:p>
                      <a:r>
                        <a:rPr lang="en-US" dirty="0"/>
                        <a:t>99.4</a:t>
                      </a:r>
                    </a:p>
                  </a:txBody>
                  <a:tcPr/>
                </a:tc>
                <a:extLst>
                  <a:ext uri="{0D108BD9-81ED-4DB2-BD59-A6C34878D82A}">
                    <a16:rowId xmlns:a16="http://schemas.microsoft.com/office/drawing/2014/main" val="1858010338"/>
                  </a:ext>
                </a:extLst>
              </a:tr>
              <a:tr h="505283">
                <a:tc>
                  <a:txBody>
                    <a:bodyPr/>
                    <a:lstStyle/>
                    <a:p>
                      <a:r>
                        <a:rPr lang="en-US" dirty="0"/>
                        <a:t>Sonnet–3.5</a:t>
                      </a:r>
                    </a:p>
                  </a:txBody>
                  <a:tcPr/>
                </a:tc>
                <a:tc>
                  <a:txBody>
                    <a:bodyPr/>
                    <a:lstStyle/>
                    <a:p>
                      <a:r>
                        <a:rPr lang="en-US" dirty="0"/>
                        <a:t>98.8</a:t>
                      </a:r>
                    </a:p>
                  </a:txBody>
                  <a:tcPr/>
                </a:tc>
                <a:extLst>
                  <a:ext uri="{0D108BD9-81ED-4DB2-BD59-A6C34878D82A}">
                    <a16:rowId xmlns:a16="http://schemas.microsoft.com/office/drawing/2014/main" val="1051087034"/>
                  </a:ext>
                </a:extLst>
              </a:tr>
              <a:tr h="505283">
                <a:tc>
                  <a:txBody>
                    <a:bodyPr/>
                    <a:lstStyle/>
                    <a:p>
                      <a:r>
                        <a:rPr lang="en-US" dirty="0"/>
                        <a:t>O3-mini</a:t>
                      </a:r>
                    </a:p>
                  </a:txBody>
                  <a:tcPr/>
                </a:tc>
                <a:tc>
                  <a:txBody>
                    <a:bodyPr/>
                    <a:lstStyle/>
                    <a:p>
                      <a:r>
                        <a:rPr lang="en-US" dirty="0"/>
                        <a:t>98.8</a:t>
                      </a:r>
                    </a:p>
                  </a:txBody>
                  <a:tcPr/>
                </a:tc>
                <a:extLst>
                  <a:ext uri="{0D108BD9-81ED-4DB2-BD59-A6C34878D82A}">
                    <a16:rowId xmlns:a16="http://schemas.microsoft.com/office/drawing/2014/main" val="801124512"/>
                  </a:ext>
                </a:extLst>
              </a:tr>
              <a:tr h="505283">
                <a:tc>
                  <a:txBody>
                    <a:bodyPr/>
                    <a:lstStyle/>
                    <a:p>
                      <a:r>
                        <a:rPr lang="en-US" sz="1800" b="0" i="0" u="none" strike="noStrike" kern="1200" dirty="0">
                          <a:solidFill>
                            <a:schemeClr val="dk1"/>
                          </a:solidFill>
                          <a:effectLst/>
                          <a:latin typeface="+mn-lt"/>
                          <a:ea typeface="+mn-ea"/>
                          <a:cs typeface="+mn-cs"/>
                        </a:rPr>
                        <a:t>GPT-4</a:t>
                      </a:r>
                      <a:endParaRPr lang="en-US" dirty="0"/>
                    </a:p>
                  </a:txBody>
                  <a:tcPr/>
                </a:tc>
                <a:tc>
                  <a:txBody>
                    <a:bodyPr/>
                    <a:lstStyle/>
                    <a:p>
                      <a:r>
                        <a:rPr lang="en-US" dirty="0"/>
                        <a:t>96.3</a:t>
                      </a:r>
                    </a:p>
                  </a:txBody>
                  <a:tcPr/>
                </a:tc>
                <a:extLst>
                  <a:ext uri="{0D108BD9-81ED-4DB2-BD59-A6C34878D82A}">
                    <a16:rowId xmlns:a16="http://schemas.microsoft.com/office/drawing/2014/main" val="1608906299"/>
                  </a:ext>
                </a:extLst>
              </a:tr>
              <a:tr h="505283">
                <a:tc>
                  <a:txBody>
                    <a:bodyPr/>
                    <a:lstStyle/>
                    <a:p>
                      <a:r>
                        <a:rPr lang="en-US" dirty="0"/>
                        <a:t>GPT-4o-mini</a:t>
                      </a:r>
                    </a:p>
                  </a:txBody>
                  <a:tcPr/>
                </a:tc>
                <a:tc>
                  <a:txBody>
                    <a:bodyPr/>
                    <a:lstStyle/>
                    <a:p>
                      <a:r>
                        <a:rPr lang="en-US" dirty="0"/>
                        <a:t>94.7</a:t>
                      </a:r>
                    </a:p>
                  </a:txBody>
                  <a:tcPr/>
                </a:tc>
                <a:extLst>
                  <a:ext uri="{0D108BD9-81ED-4DB2-BD59-A6C34878D82A}">
                    <a16:rowId xmlns:a16="http://schemas.microsoft.com/office/drawing/2014/main" val="2241092582"/>
                  </a:ext>
                </a:extLst>
              </a:tr>
            </a:tbl>
          </a:graphicData>
        </a:graphic>
      </p:graphicFrame>
    </p:spTree>
    <p:extLst>
      <p:ext uri="{BB962C8B-B14F-4D97-AF65-F5344CB8AC3E}">
        <p14:creationId xmlns:p14="http://schemas.microsoft.com/office/powerpoint/2010/main" val="4023620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a:solidFill>
                  <a:srgbClr val="4D4D4D"/>
                </a:solidFill>
                <a:latin typeface="Georgia" pitchFamily="18" charset="0"/>
                <a:ea typeface="PMingLiU" pitchFamily="18" charset="-120"/>
              </a:rPr>
              <a:t>Claim / Target Task</a:t>
            </a:r>
            <a:endParaRPr lang="en-US" altLang="zh-TW" sz="3600">
              <a:solidFill>
                <a:srgbClr val="4D4D4D"/>
              </a:solidFill>
              <a:latin typeface="Georgia" pitchFamily="18" charset="0"/>
              <a:ea typeface="PMingLiU" pitchFamily="18" charset="-12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7</a:t>
            </a:fld>
            <a:endParaRPr lang="en-US" altLang="zh-TW"/>
          </a:p>
        </p:txBody>
      </p:sp>
      <p:sp>
        <p:nvSpPr>
          <p:cNvPr id="4" name="TextBox 3">
            <a:extLst>
              <a:ext uri="{FF2B5EF4-FFF2-40B4-BE49-F238E27FC236}">
                <a16:creationId xmlns:a16="http://schemas.microsoft.com/office/drawing/2014/main" id="{945E9882-ABB9-9B63-BBC3-D38C29D70C34}"/>
              </a:ext>
            </a:extLst>
          </p:cNvPr>
          <p:cNvSpPr txBox="1"/>
          <p:nvPr/>
        </p:nvSpPr>
        <p:spPr>
          <a:xfrm>
            <a:off x="1151627" y="1995551"/>
            <a:ext cx="684774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ＭＳ Ｐゴシック"/>
                <a:cs typeface="Arial"/>
              </a:rPr>
              <a:t>The primary target task is </a:t>
            </a:r>
            <a:r>
              <a:rPr lang="en-US" b="1">
                <a:latin typeface="Arial"/>
                <a:ea typeface="ＭＳ Ｐゴシック"/>
                <a:cs typeface="Arial"/>
              </a:rPr>
              <a:t>code generation</a:t>
            </a:r>
            <a:r>
              <a:rPr lang="en-US">
                <a:latin typeface="Arial"/>
                <a:ea typeface="ＭＳ Ｐゴシック"/>
                <a:cs typeface="Arial"/>
              </a:rPr>
              <a:t>—specifically, evaluating how effectively large language models (LLMs) can transform natural language descriptions or problem prompts into correct, efficient, and readable code. This involves:</a:t>
            </a:r>
            <a:endParaRPr lang="en-US">
              <a:latin typeface="Arial"/>
              <a:ea typeface="ＭＳ Ｐゴシック"/>
            </a:endParaRPr>
          </a:p>
          <a:p>
            <a:endParaRPr lang="en-US">
              <a:latin typeface="Arial"/>
              <a:ea typeface="ＭＳ Ｐゴシック"/>
              <a:cs typeface="Arial"/>
            </a:endParaRPr>
          </a:p>
          <a:p>
            <a:pPr marL="285750" indent="-285750">
              <a:buFont typeface="Arial"/>
              <a:buChar char="•"/>
            </a:pPr>
            <a:r>
              <a:rPr lang="en-US" b="1">
                <a:latin typeface="Arial"/>
                <a:ea typeface="ＭＳ Ｐゴシック"/>
                <a:cs typeface="Arial"/>
              </a:rPr>
              <a:t>Generating Syntactically Correct Code:</a:t>
            </a:r>
            <a:r>
              <a:rPr lang="en-US">
                <a:latin typeface="Arial"/>
                <a:ea typeface="ＭＳ Ｐゴシック"/>
                <a:cs typeface="Arial"/>
              </a:rPr>
              <a:t> Ensuring the code follows the programming language's syntax.</a:t>
            </a:r>
            <a:endParaRPr lang="en-US">
              <a:latin typeface="Arial"/>
              <a:ea typeface="ＭＳ Ｐゴシック"/>
            </a:endParaRPr>
          </a:p>
          <a:p>
            <a:pPr marL="285750" indent="-285750">
              <a:buFont typeface="Arial"/>
              <a:buChar char="•"/>
            </a:pPr>
            <a:endParaRPr lang="en-US">
              <a:latin typeface="Arial"/>
              <a:ea typeface="ＭＳ Ｐゴシック"/>
              <a:cs typeface="Arial"/>
            </a:endParaRPr>
          </a:p>
          <a:p>
            <a:pPr marL="285750" indent="-285750">
              <a:buFont typeface="Arial"/>
              <a:buChar char="•"/>
            </a:pPr>
            <a:r>
              <a:rPr lang="en-US" b="1">
                <a:latin typeface="Arial"/>
                <a:ea typeface="ＭＳ Ｐゴシック"/>
                <a:cs typeface="Arial"/>
              </a:rPr>
              <a:t>Producing Semantically Accurate Solutions:</a:t>
            </a:r>
            <a:r>
              <a:rPr lang="en-US">
                <a:latin typeface="Arial"/>
                <a:ea typeface="ＭＳ Ｐゴシック"/>
                <a:cs typeface="Arial"/>
              </a:rPr>
              <a:t> Verifying that the generated code correctly implements the intended functionality.</a:t>
            </a:r>
            <a:endParaRPr lang="en-US"/>
          </a:p>
          <a:p>
            <a:pPr marL="285750" indent="-285750">
              <a:buFont typeface="Arial"/>
              <a:buChar char="•"/>
            </a:pPr>
            <a:endParaRPr lang="en-US">
              <a:latin typeface="Arial"/>
              <a:ea typeface="ＭＳ Ｐゴシック"/>
              <a:cs typeface="Arial"/>
            </a:endParaRPr>
          </a:p>
          <a:p>
            <a:pPr marL="285750" indent="-285750">
              <a:buFont typeface="Arial"/>
              <a:buChar char="•"/>
            </a:pPr>
            <a:r>
              <a:rPr lang="en-US" b="1">
                <a:latin typeface="Arial"/>
                <a:ea typeface="ＭＳ Ｐゴシック"/>
                <a:cs typeface="Arial"/>
              </a:rPr>
              <a:t>Assessing Efficiency and Readability:</a:t>
            </a:r>
            <a:r>
              <a:rPr lang="en-US">
                <a:latin typeface="Arial"/>
                <a:ea typeface="ＭＳ Ｐゴシック"/>
                <a:cs typeface="Arial"/>
              </a:rPr>
              <a:t> Evaluating how optimized and maintainable the code is.</a:t>
            </a:r>
            <a:endParaRPr lang="en-US">
              <a:latin typeface="Arial"/>
              <a:ea typeface="ＭＳ Ｐゴシック"/>
            </a:endParaRPr>
          </a:p>
          <a:p>
            <a:pPr algn="l"/>
            <a:endParaRPr lang="en-US">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605B1E71-DBB9-BC5B-6401-B7E4189B517A}"/>
              </a:ext>
            </a:extLst>
          </p:cNvPr>
          <p:cNvSpPr>
            <a:spLocks noChangeArrowheads="1"/>
          </p:cNvSpPr>
          <p:nvPr/>
        </p:nvSpPr>
        <p:spPr bwMode="auto">
          <a:xfrm>
            <a:off x="373063" y="152400"/>
            <a:ext cx="803729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dirty="0">
                <a:solidFill>
                  <a:srgbClr val="4D4D4D"/>
                </a:solidFill>
                <a:latin typeface="Georgia" pitchFamily="18" charset="0"/>
                <a:ea typeface="PMingLiU" pitchFamily="18" charset="-120"/>
              </a:rPr>
              <a:t>An Intuitive Figure Showing WHY Claim</a:t>
            </a:r>
            <a:endParaRPr lang="en-US" altLang="zh-TW" sz="3600" dirty="0">
              <a:solidFill>
                <a:srgbClr val="4D4D4D"/>
              </a:solidFill>
              <a:latin typeface="Georgia" pitchFamily="18" charset="0"/>
              <a:ea typeface="PMingLiU" pitchFamily="18" charset="-120"/>
            </a:endParaRPr>
          </a:p>
        </p:txBody>
      </p:sp>
      <p:graphicFrame>
        <p:nvGraphicFramePr>
          <p:cNvPr id="13" name="Chart 12">
            <a:extLst>
              <a:ext uri="{FF2B5EF4-FFF2-40B4-BE49-F238E27FC236}">
                <a16:creationId xmlns:a16="http://schemas.microsoft.com/office/drawing/2014/main" id="{FCD3A95E-88E5-14AC-7C82-8233D610F6A3}"/>
              </a:ext>
            </a:extLst>
          </p:cNvPr>
          <p:cNvGraphicFramePr/>
          <p:nvPr>
            <p:extLst>
              <p:ext uri="{D42A27DB-BD31-4B8C-83A1-F6EECF244321}">
                <p14:modId xmlns:p14="http://schemas.microsoft.com/office/powerpoint/2010/main" val="2708909625"/>
              </p:ext>
            </p:extLst>
          </p:nvPr>
        </p:nvGraphicFramePr>
        <p:xfrm>
          <a:off x="398721" y="1649043"/>
          <a:ext cx="8346558" cy="4748213"/>
        </p:xfrm>
        <a:graphic>
          <a:graphicData uri="http://schemas.openxmlformats.org/drawingml/2006/chart">
            <c:chart xmlns:c="http://schemas.openxmlformats.org/drawingml/2006/chart" xmlns:r="http://schemas.openxmlformats.org/officeDocument/2006/relationships" r:id="rId3"/>
          </a:graphicData>
        </a:graphic>
      </p:graphicFrame>
      <p:pic>
        <p:nvPicPr>
          <p:cNvPr id="14" name="Picture 2" descr="Punctuation of Life: Question Mark | by Christal Luster | Medium">
            <a:extLst>
              <a:ext uri="{FF2B5EF4-FFF2-40B4-BE49-F238E27FC236}">
                <a16:creationId xmlns:a16="http://schemas.microsoft.com/office/drawing/2014/main" id="{BB3B1019-11A8-E762-E09E-C23A43E694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1611" y="2578396"/>
            <a:ext cx="2900778" cy="2891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448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E29E-EC36-68B7-F252-9EFE79320A06}"/>
            </a:ext>
          </a:extLst>
        </p:cNvPr>
        <p:cNvGrpSpPr/>
        <p:nvPr/>
      </p:nvGrpSpPr>
      <p:grpSpPr>
        <a:xfrm>
          <a:off x="0" y="0"/>
          <a:ext cx="0" cy="0"/>
          <a:chOff x="0" y="0"/>
          <a:chExt cx="0" cy="0"/>
        </a:xfrm>
      </p:grpSpPr>
      <p:sp>
        <p:nvSpPr>
          <p:cNvPr id="4" name="Rectangle 15">
            <a:extLst>
              <a:ext uri="{FF2B5EF4-FFF2-40B4-BE49-F238E27FC236}">
                <a16:creationId xmlns:a16="http://schemas.microsoft.com/office/drawing/2014/main" id="{EEE1B403-E574-B721-A5E0-87FE34591CF8}"/>
              </a:ext>
            </a:extLst>
          </p:cNvPr>
          <p:cNvSpPr>
            <a:spLocks noChangeArrowheads="1"/>
          </p:cNvSpPr>
          <p:nvPr/>
        </p:nvSpPr>
        <p:spPr bwMode="auto">
          <a:xfrm>
            <a:off x="373063" y="152400"/>
            <a:ext cx="803729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dirty="0">
                <a:solidFill>
                  <a:srgbClr val="4D4D4D"/>
                </a:solidFill>
                <a:latin typeface="Georgia" pitchFamily="18" charset="0"/>
                <a:ea typeface="PMingLiU" pitchFamily="18" charset="-120"/>
              </a:rPr>
              <a:t>An Intuitive Figure Showing WHY Claim</a:t>
            </a:r>
            <a:endParaRPr lang="en-US" altLang="zh-TW" sz="3600" dirty="0">
              <a:solidFill>
                <a:srgbClr val="4D4D4D"/>
              </a:solidFill>
              <a:latin typeface="Georgia" pitchFamily="18" charset="0"/>
              <a:ea typeface="PMingLiU" pitchFamily="18" charset="-120"/>
            </a:endParaRPr>
          </a:p>
        </p:txBody>
      </p:sp>
      <p:pic>
        <p:nvPicPr>
          <p:cNvPr id="3" name="Picture 2">
            <a:extLst>
              <a:ext uri="{FF2B5EF4-FFF2-40B4-BE49-F238E27FC236}">
                <a16:creationId xmlns:a16="http://schemas.microsoft.com/office/drawing/2014/main" id="{04E2231D-6F09-85D3-0091-333EA3C3CEE1}"/>
              </a:ext>
            </a:extLst>
          </p:cNvPr>
          <p:cNvPicPr>
            <a:picLocks noChangeAspect="1"/>
          </p:cNvPicPr>
          <p:nvPr/>
        </p:nvPicPr>
        <p:blipFill>
          <a:blip r:embed="rId3"/>
          <a:srcRect t="12067" r="51047" b="6073"/>
          <a:stretch/>
        </p:blipFill>
        <p:spPr>
          <a:xfrm>
            <a:off x="1860698" y="1690577"/>
            <a:ext cx="5050465" cy="4750556"/>
          </a:xfrm>
          <a:prstGeom prst="rect">
            <a:avLst/>
          </a:prstGeom>
        </p:spPr>
      </p:pic>
    </p:spTree>
    <p:extLst>
      <p:ext uri="{BB962C8B-B14F-4D97-AF65-F5344CB8AC3E}">
        <p14:creationId xmlns:p14="http://schemas.microsoft.com/office/powerpoint/2010/main" val="2475336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8C561-5E2B-8DE4-D5CA-D0A8609F88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B4BB96-55ED-7667-5636-7676BE01325B}"/>
              </a:ext>
            </a:extLst>
          </p:cNvPr>
          <p:cNvSpPr txBox="1"/>
          <p:nvPr/>
        </p:nvSpPr>
        <p:spPr>
          <a:xfrm>
            <a:off x="148855" y="350874"/>
            <a:ext cx="2501006" cy="646331"/>
          </a:xfrm>
          <a:prstGeom prst="rect">
            <a:avLst/>
          </a:prstGeom>
          <a:noFill/>
        </p:spPr>
        <p:txBody>
          <a:bodyPr wrap="none" rtlCol="0">
            <a:spAutoFit/>
          </a:bodyPr>
          <a:lstStyle/>
          <a:p>
            <a:pPr eaLnBrk="1" hangingPunct="1"/>
            <a:r>
              <a:rPr lang="en-US" altLang="ja-JP" sz="3600" dirty="0">
                <a:solidFill>
                  <a:srgbClr val="4D4D4D"/>
                </a:solidFill>
                <a:latin typeface="Georgia" pitchFamily="18" charset="0"/>
                <a:ea typeface="PMingLiU" pitchFamily="18" charset="-120"/>
              </a:rPr>
              <a:t>Predictions</a:t>
            </a:r>
            <a:endParaRPr lang="en-US" altLang="zh-TW" sz="3600" dirty="0">
              <a:solidFill>
                <a:srgbClr val="4D4D4D"/>
              </a:solidFill>
              <a:latin typeface="Georgia" pitchFamily="18" charset="0"/>
              <a:ea typeface="PMingLiU" pitchFamily="18" charset="-120"/>
            </a:endParaRPr>
          </a:p>
        </p:txBody>
      </p:sp>
      <p:graphicFrame>
        <p:nvGraphicFramePr>
          <p:cNvPr id="5" name="Table 4">
            <a:extLst>
              <a:ext uri="{FF2B5EF4-FFF2-40B4-BE49-F238E27FC236}">
                <a16:creationId xmlns:a16="http://schemas.microsoft.com/office/drawing/2014/main" id="{55A0B54E-30BA-EFE7-D7D1-D0D5DFC861F8}"/>
              </a:ext>
            </a:extLst>
          </p:cNvPr>
          <p:cNvGraphicFramePr>
            <a:graphicFrameLocks noGrp="1"/>
          </p:cNvGraphicFramePr>
          <p:nvPr>
            <p:extLst>
              <p:ext uri="{D42A27DB-BD31-4B8C-83A1-F6EECF244321}">
                <p14:modId xmlns:p14="http://schemas.microsoft.com/office/powerpoint/2010/main" val="4177919185"/>
              </p:ext>
            </p:extLst>
          </p:nvPr>
        </p:nvGraphicFramePr>
        <p:xfrm>
          <a:off x="1524000" y="2501900"/>
          <a:ext cx="6096000" cy="1483360"/>
        </p:xfrm>
        <a:graphic>
          <a:graphicData uri="http://schemas.openxmlformats.org/drawingml/2006/table">
            <a:tbl>
              <a:tblPr firstRow="1" bandRow="1">
                <a:tableStyleId>{073A0DAA-6AF3-43AB-8588-CEC1D06C72B9}</a:tableStyleId>
              </a:tblPr>
              <a:tblGrid>
                <a:gridCol w="3048000">
                  <a:extLst>
                    <a:ext uri="{9D8B030D-6E8A-4147-A177-3AD203B41FA5}">
                      <a16:colId xmlns:a16="http://schemas.microsoft.com/office/drawing/2014/main" val="1357582271"/>
                    </a:ext>
                  </a:extLst>
                </a:gridCol>
                <a:gridCol w="3048000">
                  <a:extLst>
                    <a:ext uri="{9D8B030D-6E8A-4147-A177-3AD203B41FA5}">
                      <a16:colId xmlns:a16="http://schemas.microsoft.com/office/drawing/2014/main" val="765639383"/>
                    </a:ext>
                  </a:extLst>
                </a:gridCol>
              </a:tblGrid>
              <a:tr h="370840">
                <a:tc>
                  <a:txBody>
                    <a:bodyPr/>
                    <a:lstStyle/>
                    <a:p>
                      <a:r>
                        <a:rPr lang="en-US" dirty="0"/>
                        <a:t>Aditya</a:t>
                      </a:r>
                    </a:p>
                  </a:txBody>
                  <a:tcPr/>
                </a:tc>
                <a:tc>
                  <a:txBody>
                    <a:bodyPr/>
                    <a:lstStyle/>
                    <a:p>
                      <a:r>
                        <a:rPr lang="en-US" dirty="0"/>
                        <a:t>Aryan</a:t>
                      </a:r>
                    </a:p>
                  </a:txBody>
                  <a:tcPr/>
                </a:tc>
                <a:extLst>
                  <a:ext uri="{0D108BD9-81ED-4DB2-BD59-A6C34878D82A}">
                    <a16:rowId xmlns:a16="http://schemas.microsoft.com/office/drawing/2014/main" val="2482543185"/>
                  </a:ext>
                </a:extLst>
              </a:tr>
              <a:tr h="370840">
                <a:tc>
                  <a:txBody>
                    <a:bodyPr/>
                    <a:lstStyle/>
                    <a:p>
                      <a:pPr marL="342900" indent="-342900">
                        <a:buAutoNum type="arabicPeriod"/>
                      </a:pPr>
                      <a:r>
                        <a:rPr lang="en-US" dirty="0"/>
                        <a:t>Claude 3.7</a:t>
                      </a:r>
                    </a:p>
                  </a:txBody>
                  <a:tcPr/>
                </a:tc>
                <a:tc>
                  <a:txBody>
                    <a:bodyPr/>
                    <a:lstStyle/>
                    <a:p>
                      <a:pPr marL="342900" indent="-342900">
                        <a:buAutoNum type="arabicPeriod"/>
                      </a:pPr>
                      <a:r>
                        <a:rPr lang="en-US" dirty="0"/>
                        <a:t>Grok</a:t>
                      </a:r>
                    </a:p>
                  </a:txBody>
                  <a:tcPr/>
                </a:tc>
                <a:extLst>
                  <a:ext uri="{0D108BD9-81ED-4DB2-BD59-A6C34878D82A}">
                    <a16:rowId xmlns:a16="http://schemas.microsoft.com/office/drawing/2014/main" val="4030908409"/>
                  </a:ext>
                </a:extLst>
              </a:tr>
              <a:tr h="370840">
                <a:tc>
                  <a:txBody>
                    <a:bodyPr/>
                    <a:lstStyle/>
                    <a:p>
                      <a:r>
                        <a:rPr lang="en-US" dirty="0"/>
                        <a:t>2. Grok 3</a:t>
                      </a:r>
                    </a:p>
                  </a:txBody>
                  <a:tcPr/>
                </a:tc>
                <a:tc>
                  <a:txBody>
                    <a:bodyPr/>
                    <a:lstStyle/>
                    <a:p>
                      <a:r>
                        <a:rPr lang="en-US" dirty="0"/>
                        <a:t>2. Claude 3.7</a:t>
                      </a:r>
                    </a:p>
                  </a:txBody>
                  <a:tcPr/>
                </a:tc>
                <a:extLst>
                  <a:ext uri="{0D108BD9-81ED-4DB2-BD59-A6C34878D82A}">
                    <a16:rowId xmlns:a16="http://schemas.microsoft.com/office/drawing/2014/main" val="4185243335"/>
                  </a:ext>
                </a:extLst>
              </a:tr>
              <a:tr h="370840">
                <a:tc>
                  <a:txBody>
                    <a:bodyPr/>
                    <a:lstStyle/>
                    <a:p>
                      <a:r>
                        <a:rPr lang="en-US" dirty="0"/>
                        <a:t>3. O3</a:t>
                      </a:r>
                    </a:p>
                  </a:txBody>
                  <a:tcPr/>
                </a:tc>
                <a:tc>
                  <a:txBody>
                    <a:bodyPr/>
                    <a:lstStyle/>
                    <a:p>
                      <a:r>
                        <a:rPr lang="en-US" dirty="0"/>
                        <a:t>3. O3</a:t>
                      </a:r>
                    </a:p>
                  </a:txBody>
                  <a:tcPr/>
                </a:tc>
                <a:extLst>
                  <a:ext uri="{0D108BD9-81ED-4DB2-BD59-A6C34878D82A}">
                    <a16:rowId xmlns:a16="http://schemas.microsoft.com/office/drawing/2014/main" val="113305356"/>
                  </a:ext>
                </a:extLst>
              </a:tr>
            </a:tbl>
          </a:graphicData>
        </a:graphic>
      </p:graphicFrame>
    </p:spTree>
    <p:extLst>
      <p:ext uri="{BB962C8B-B14F-4D97-AF65-F5344CB8AC3E}">
        <p14:creationId xmlns:p14="http://schemas.microsoft.com/office/powerpoint/2010/main" val="527334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BB8E5-10B1-F9F5-3B54-24E6802DD0F2}"/>
            </a:ext>
          </a:extLst>
        </p:cNvPr>
        <p:cNvGrpSpPr/>
        <p:nvPr/>
      </p:nvGrpSpPr>
      <p:grpSpPr>
        <a:xfrm>
          <a:off x="0" y="0"/>
          <a:ext cx="0" cy="0"/>
          <a:chOff x="0" y="0"/>
          <a:chExt cx="0" cy="0"/>
        </a:xfrm>
      </p:grpSpPr>
      <p:sp>
        <p:nvSpPr>
          <p:cNvPr id="7170" name="Rectangle 15">
            <a:extLst>
              <a:ext uri="{FF2B5EF4-FFF2-40B4-BE49-F238E27FC236}">
                <a16:creationId xmlns:a16="http://schemas.microsoft.com/office/drawing/2014/main" id="{83C75A35-796A-3B83-6A4E-CA7CD76C4BC3}"/>
              </a:ext>
            </a:extLst>
          </p:cNvPr>
          <p:cNvSpPr>
            <a:spLocks noChangeArrowheads="1"/>
          </p:cNvSpPr>
          <p:nvPr/>
        </p:nvSpPr>
        <p:spPr bwMode="auto">
          <a:xfrm>
            <a:off x="373063" y="152400"/>
            <a:ext cx="87709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ja-JP" sz="3600" dirty="0">
                <a:solidFill>
                  <a:srgbClr val="4D4D4D"/>
                </a:solidFill>
                <a:latin typeface="Georgia" pitchFamily="18" charset="0"/>
                <a:ea typeface="PMingLiU" pitchFamily="18" charset="-120"/>
              </a:rPr>
              <a:t>Proposed Solution</a:t>
            </a:r>
            <a:endParaRPr lang="en-US" altLang="zh-TW" sz="3600" dirty="0">
              <a:solidFill>
                <a:srgbClr val="4D4D4D"/>
              </a:solidFill>
              <a:latin typeface="Georgia" pitchFamily="18" charset="0"/>
              <a:ea typeface="PMingLiU" pitchFamily="18" charset="-120"/>
            </a:endParaRPr>
          </a:p>
        </p:txBody>
      </p:sp>
      <p:sp>
        <p:nvSpPr>
          <p:cNvPr id="2" name="Slide Number Placeholder 1">
            <a:extLst>
              <a:ext uri="{FF2B5EF4-FFF2-40B4-BE49-F238E27FC236}">
                <a16:creationId xmlns:a16="http://schemas.microsoft.com/office/drawing/2014/main" id="{36F64603-33F9-10B3-E6BB-A16AAB0B1060}"/>
              </a:ext>
            </a:extLst>
          </p:cNvPr>
          <p:cNvSpPr>
            <a:spLocks noGrp="1"/>
          </p:cNvSpPr>
          <p:nvPr>
            <p:ph type="sldNum" sz="quarter" idx="12"/>
          </p:nvPr>
        </p:nvSpPr>
        <p:spPr/>
        <p:txBody>
          <a:bodyPr/>
          <a:lstStyle/>
          <a:p>
            <a:fld id="{B95760C2-38E4-496F-933D-2305F303D3F1}" type="slidenum">
              <a:rPr lang="zh-TW" altLang="en-US" smtClean="0"/>
              <a:pPr/>
              <a:t>11</a:t>
            </a:fld>
            <a:endParaRPr lang="en-US" altLang="zh-TW"/>
          </a:p>
        </p:txBody>
      </p:sp>
      <p:sp>
        <p:nvSpPr>
          <p:cNvPr id="3" name="Rectangle 2">
            <a:extLst>
              <a:ext uri="{FF2B5EF4-FFF2-40B4-BE49-F238E27FC236}">
                <a16:creationId xmlns:a16="http://schemas.microsoft.com/office/drawing/2014/main" id="{4F15BB9C-E4A0-96CB-BCE9-1A60C66C1A3F}"/>
              </a:ext>
            </a:extLst>
          </p:cNvPr>
          <p:cNvSpPr/>
          <p:nvPr/>
        </p:nvSpPr>
        <p:spPr>
          <a:xfrm>
            <a:off x="212651" y="1733106"/>
            <a:ext cx="4444409" cy="114300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sz="1200" b="1" dirty="0"/>
              <a:t>Dataset &amp; Prompts</a:t>
            </a:r>
            <a:r>
              <a:rPr lang="en-US" sz="1200" dirty="0"/>
              <a:t>	</a:t>
            </a:r>
          </a:p>
          <a:p>
            <a:pPr marL="800100" lvl="1" indent="-342900">
              <a:buFont typeface="+mj-lt"/>
              <a:buAutoNum type="alphaLcPeriod"/>
            </a:pPr>
            <a:r>
              <a:rPr lang="en-US" sz="1200" dirty="0" err="1"/>
              <a:t>HumanEval</a:t>
            </a:r>
            <a:r>
              <a:rPr lang="en-US" sz="1200" dirty="0"/>
              <a:t>+ (164 problems, ~80 tests each) </a:t>
            </a:r>
          </a:p>
          <a:p>
            <a:pPr marL="800100" lvl="1" indent="-342900">
              <a:buFont typeface="+mj-lt"/>
              <a:buAutoNum type="alphaLcPeriod"/>
            </a:pPr>
            <a:r>
              <a:rPr lang="en-US" sz="1200" dirty="0"/>
              <a:t>Each problem provides the zero-shot code prompt</a:t>
            </a:r>
          </a:p>
        </p:txBody>
      </p:sp>
      <p:sp>
        <p:nvSpPr>
          <p:cNvPr id="10" name="Rectangle 9">
            <a:extLst>
              <a:ext uri="{FF2B5EF4-FFF2-40B4-BE49-F238E27FC236}">
                <a16:creationId xmlns:a16="http://schemas.microsoft.com/office/drawing/2014/main" id="{3FD350AA-E013-2A02-060B-86069F4706A7}"/>
              </a:ext>
            </a:extLst>
          </p:cNvPr>
          <p:cNvSpPr/>
          <p:nvPr/>
        </p:nvSpPr>
        <p:spPr>
          <a:xfrm>
            <a:off x="1291855" y="3220928"/>
            <a:ext cx="2286000" cy="1056351"/>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t>2.    Models</a:t>
            </a:r>
            <a:endParaRPr lang="en-US" sz="1200" dirty="0"/>
          </a:p>
          <a:p>
            <a:pPr marL="800100" lvl="1" indent="-342900">
              <a:buFont typeface="+mj-lt"/>
              <a:buAutoNum type="alphaLcPeriod"/>
            </a:pPr>
            <a:r>
              <a:rPr lang="en-US" sz="1200" dirty="0"/>
              <a:t>O3</a:t>
            </a:r>
          </a:p>
          <a:p>
            <a:pPr marL="800100" lvl="1" indent="-342900">
              <a:buFont typeface="+mj-lt"/>
              <a:buAutoNum type="alphaLcPeriod"/>
            </a:pPr>
            <a:r>
              <a:rPr lang="en-US" sz="1200" dirty="0"/>
              <a:t>Claude Sonnet 3.7</a:t>
            </a:r>
          </a:p>
          <a:p>
            <a:pPr marL="800100" lvl="1" indent="-342900">
              <a:buFont typeface="+mj-lt"/>
              <a:buAutoNum type="alphaLcPeriod"/>
            </a:pPr>
            <a:r>
              <a:rPr lang="en-US" sz="1200" dirty="0"/>
              <a:t>Grok 3</a:t>
            </a:r>
          </a:p>
        </p:txBody>
      </p:sp>
      <p:sp>
        <p:nvSpPr>
          <p:cNvPr id="11" name="Rectangle 10">
            <a:extLst>
              <a:ext uri="{FF2B5EF4-FFF2-40B4-BE49-F238E27FC236}">
                <a16:creationId xmlns:a16="http://schemas.microsoft.com/office/drawing/2014/main" id="{88E5E1E3-F13F-C408-2FD2-109148F315C6}"/>
              </a:ext>
            </a:extLst>
          </p:cNvPr>
          <p:cNvSpPr/>
          <p:nvPr/>
        </p:nvSpPr>
        <p:spPr>
          <a:xfrm>
            <a:off x="111641" y="4538513"/>
            <a:ext cx="4646428" cy="82188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t>3.    Execution &amp; Testing</a:t>
            </a:r>
          </a:p>
          <a:p>
            <a:pPr marL="800100" lvl="1" indent="-342900">
              <a:buFont typeface="+mj-lt"/>
              <a:buAutoNum type="alphaLcPeriod"/>
            </a:pPr>
            <a:r>
              <a:rPr lang="en-US" sz="1200" dirty="0"/>
              <a:t>Run generated code on </a:t>
            </a:r>
            <a:r>
              <a:rPr lang="en-US" sz="1200" dirty="0" err="1"/>
              <a:t>HumanEval</a:t>
            </a:r>
            <a:r>
              <a:rPr lang="en-US" sz="1200" dirty="0"/>
              <a:t>+ suites</a:t>
            </a:r>
          </a:p>
          <a:p>
            <a:pPr marL="800100" lvl="1" indent="-342900">
              <a:buFont typeface="+mj-lt"/>
              <a:buAutoNum type="alphaLcPeriod"/>
            </a:pPr>
            <a:r>
              <a:rPr lang="en-US" sz="1200" dirty="0"/>
              <a:t>Sandboxed + 10 s timeout</a:t>
            </a:r>
          </a:p>
        </p:txBody>
      </p:sp>
      <p:sp>
        <p:nvSpPr>
          <p:cNvPr id="12" name="Rectangle 11">
            <a:extLst>
              <a:ext uri="{FF2B5EF4-FFF2-40B4-BE49-F238E27FC236}">
                <a16:creationId xmlns:a16="http://schemas.microsoft.com/office/drawing/2014/main" id="{438A049B-0BED-D554-E0CC-F27972B7171A}"/>
              </a:ext>
            </a:extLst>
          </p:cNvPr>
          <p:cNvSpPr/>
          <p:nvPr/>
        </p:nvSpPr>
        <p:spPr>
          <a:xfrm>
            <a:off x="1235150" y="5621630"/>
            <a:ext cx="2133600" cy="821883"/>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dirty="0"/>
              <a:t>4.    Metrics</a:t>
            </a:r>
          </a:p>
          <a:p>
            <a:pPr marL="800100" lvl="1" indent="-342900">
              <a:buFont typeface="+mj-lt"/>
              <a:buAutoNum type="alphaLcPeriod"/>
            </a:pPr>
            <a:r>
              <a:rPr lang="en-US" sz="1200" dirty="0"/>
              <a:t>Accuracy</a:t>
            </a:r>
          </a:p>
          <a:p>
            <a:pPr marL="800100" lvl="1" indent="-342900">
              <a:buFont typeface="+mj-lt"/>
              <a:buAutoNum type="alphaLcPeriod"/>
            </a:pPr>
            <a:r>
              <a:rPr lang="en-US" sz="1200" dirty="0"/>
              <a:t>Readability</a:t>
            </a:r>
          </a:p>
        </p:txBody>
      </p:sp>
      <p:cxnSp>
        <p:nvCxnSpPr>
          <p:cNvPr id="18" name="Straight Arrow Connector 17">
            <a:extLst>
              <a:ext uri="{FF2B5EF4-FFF2-40B4-BE49-F238E27FC236}">
                <a16:creationId xmlns:a16="http://schemas.microsoft.com/office/drawing/2014/main" id="{BE196E71-5608-BC3F-EDAE-9332E4FF6065}"/>
              </a:ext>
            </a:extLst>
          </p:cNvPr>
          <p:cNvCxnSpPr>
            <a:cxnSpLocks/>
            <a:stCxn id="3" idx="2"/>
            <a:endCxn id="10" idx="0"/>
          </p:cNvCxnSpPr>
          <p:nvPr/>
        </p:nvCxnSpPr>
        <p:spPr>
          <a:xfrm flipH="1">
            <a:off x="2434854" y="2876106"/>
            <a:ext cx="0" cy="3474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E42999E-0588-0053-B4C0-BCE4B490CDFA}"/>
              </a:ext>
            </a:extLst>
          </p:cNvPr>
          <p:cNvCxnSpPr>
            <a:cxnSpLocks/>
          </p:cNvCxnSpPr>
          <p:nvPr/>
        </p:nvCxnSpPr>
        <p:spPr>
          <a:xfrm>
            <a:off x="2434854" y="4277279"/>
            <a:ext cx="0" cy="2612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338E2D9-EFAA-2B3F-9FE7-31A22F2872A4}"/>
              </a:ext>
            </a:extLst>
          </p:cNvPr>
          <p:cNvCxnSpPr>
            <a:cxnSpLocks/>
          </p:cNvCxnSpPr>
          <p:nvPr/>
        </p:nvCxnSpPr>
        <p:spPr>
          <a:xfrm>
            <a:off x="2301950" y="5360396"/>
            <a:ext cx="0" cy="2612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584CB02-B348-7D8A-E05C-7F4B28EE7DC2}"/>
              </a:ext>
            </a:extLst>
          </p:cNvPr>
          <p:cNvSpPr txBox="1"/>
          <p:nvPr/>
        </p:nvSpPr>
        <p:spPr>
          <a:xfrm>
            <a:off x="6771807" y="1607801"/>
            <a:ext cx="2372192" cy="2585323"/>
          </a:xfrm>
          <a:prstGeom prst="rect">
            <a:avLst/>
          </a:prstGeom>
          <a:noFill/>
        </p:spPr>
        <p:txBody>
          <a:bodyPr wrap="square">
            <a:spAutoFit/>
          </a:bodyPr>
          <a:lstStyle/>
          <a:p>
            <a:r>
              <a:rPr lang="en-US" dirty="0"/>
              <a:t>Only by combining a </a:t>
            </a:r>
            <a:r>
              <a:rPr lang="en-US" b="1" dirty="0"/>
              <a:t>standardized dataset</a:t>
            </a:r>
            <a:r>
              <a:rPr lang="en-US" dirty="0"/>
              <a:t>, </a:t>
            </a:r>
            <a:r>
              <a:rPr lang="en-US" b="1" dirty="0"/>
              <a:t>multiple models, exhaustive tests,</a:t>
            </a:r>
            <a:r>
              <a:rPr lang="en-US" dirty="0"/>
              <a:t> </a:t>
            </a:r>
            <a:r>
              <a:rPr lang="en-US" b="1" dirty="0"/>
              <a:t>and accuracy metrics </a:t>
            </a:r>
            <a:r>
              <a:rPr lang="en-US" dirty="0"/>
              <a:t>can we truly identify which LLM excels at code generation.</a:t>
            </a:r>
          </a:p>
        </p:txBody>
      </p:sp>
      <p:pic>
        <p:nvPicPr>
          <p:cNvPr id="1026" name="Picture 2" descr="148,600+ Database Stock Photos, Pictures &amp; Royalty-Free Images - iStock |  Data icon, Big data, Infographic">
            <a:extLst>
              <a:ext uri="{FF2B5EF4-FFF2-40B4-BE49-F238E27FC236}">
                <a16:creationId xmlns:a16="http://schemas.microsoft.com/office/drawing/2014/main" id="{C0C986BC-7BAB-E8E8-B312-0D46DE166E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8069" y="1607801"/>
            <a:ext cx="821883" cy="8218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a Large Language Model? Defining LLMs - UC Today">
            <a:extLst>
              <a:ext uri="{FF2B5EF4-FFF2-40B4-BE49-F238E27FC236}">
                <a16:creationId xmlns:a16="http://schemas.microsoft.com/office/drawing/2014/main" id="{75E601A9-8E50-4FDF-15EC-99999AB2FB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0574" y="3368619"/>
            <a:ext cx="1564018" cy="7820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esting and Debugging: The Important Difference - Offshore Development">
            <a:extLst>
              <a:ext uri="{FF2B5EF4-FFF2-40B4-BE49-F238E27FC236}">
                <a16:creationId xmlns:a16="http://schemas.microsoft.com/office/drawing/2014/main" id="{7041F3C3-09D1-DDF4-9E2A-1E8D5BF5728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97540" y="4428318"/>
            <a:ext cx="1322507" cy="75768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at Product Metrics Matter? | Definition &amp; Examples">
            <a:extLst>
              <a:ext uri="{FF2B5EF4-FFF2-40B4-BE49-F238E27FC236}">
                <a16:creationId xmlns:a16="http://schemas.microsoft.com/office/drawing/2014/main" id="{19606F04-1EED-31E3-00D4-907055B2236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06179" y="5455591"/>
            <a:ext cx="1914782" cy="1265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376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E3BAB-0192-F837-9E12-B2F350E49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9ECCE-3973-D185-ADCC-379DD3DA4D5A}"/>
              </a:ext>
            </a:extLst>
          </p:cNvPr>
          <p:cNvSpPr>
            <a:spLocks noGrp="1"/>
          </p:cNvSpPr>
          <p:nvPr>
            <p:ph type="title"/>
          </p:nvPr>
        </p:nvSpPr>
        <p:spPr>
          <a:xfrm>
            <a:off x="457200" y="2857500"/>
            <a:ext cx="8229600" cy="1143000"/>
          </a:xfrm>
        </p:spPr>
        <p:txBody>
          <a:bodyPr/>
          <a:lstStyle/>
          <a:p>
            <a:r>
              <a:rPr lang="en-US" dirty="0"/>
              <a:t>Aryan Sawhney (ryd2fx)</a:t>
            </a:r>
          </a:p>
        </p:txBody>
      </p:sp>
      <p:sp>
        <p:nvSpPr>
          <p:cNvPr id="3" name="Slide Number Placeholder 2">
            <a:extLst>
              <a:ext uri="{FF2B5EF4-FFF2-40B4-BE49-F238E27FC236}">
                <a16:creationId xmlns:a16="http://schemas.microsoft.com/office/drawing/2014/main" id="{9BB25CB0-C8F2-31BA-8184-E7ED528433E2}"/>
              </a:ext>
            </a:extLst>
          </p:cNvPr>
          <p:cNvSpPr>
            <a:spLocks noGrp="1"/>
          </p:cNvSpPr>
          <p:nvPr>
            <p:ph type="sldNum" sz="quarter" idx="12"/>
          </p:nvPr>
        </p:nvSpPr>
        <p:spPr/>
        <p:txBody>
          <a:bodyPr/>
          <a:lstStyle/>
          <a:p>
            <a:fld id="{7BB9F96C-5FBF-454D-AED9-6FBC07E26176}" type="slidenum">
              <a:rPr lang="zh-TW" altLang="en-US" smtClean="0"/>
              <a:pPr/>
              <a:t>12</a:t>
            </a:fld>
            <a:endParaRPr lang="en-US" altLang="zh-TW"/>
          </a:p>
        </p:txBody>
      </p:sp>
    </p:spTree>
    <p:extLst>
      <p:ext uri="{BB962C8B-B14F-4D97-AF65-F5344CB8AC3E}">
        <p14:creationId xmlns:p14="http://schemas.microsoft.com/office/powerpoint/2010/main" val="3422041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Implementation</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13</a:t>
            </a:fld>
            <a:endParaRPr lang="en-US" altLang="zh-TW"/>
          </a:p>
        </p:txBody>
      </p:sp>
      <p:graphicFrame>
        <p:nvGraphicFramePr>
          <p:cNvPr id="3" name="Table 2">
            <a:extLst>
              <a:ext uri="{FF2B5EF4-FFF2-40B4-BE49-F238E27FC236}">
                <a16:creationId xmlns:a16="http://schemas.microsoft.com/office/drawing/2014/main" id="{9E201413-D4F3-7A74-1F94-C9FE52A4B21B}"/>
              </a:ext>
            </a:extLst>
          </p:cNvPr>
          <p:cNvGraphicFramePr>
            <a:graphicFrameLocks noGrp="1"/>
          </p:cNvGraphicFramePr>
          <p:nvPr>
            <p:extLst>
              <p:ext uri="{D42A27DB-BD31-4B8C-83A1-F6EECF244321}">
                <p14:modId xmlns:p14="http://schemas.microsoft.com/office/powerpoint/2010/main" val="498900072"/>
              </p:ext>
            </p:extLst>
          </p:nvPr>
        </p:nvGraphicFramePr>
        <p:xfrm>
          <a:off x="0" y="1758632"/>
          <a:ext cx="9144000" cy="4023360"/>
        </p:xfrm>
        <a:graphic>
          <a:graphicData uri="http://schemas.openxmlformats.org/drawingml/2006/table">
            <a:tbl>
              <a:tblPr firstRow="1" bandRow="1">
                <a:tableStyleId>{5C22544A-7EE6-4342-B048-85BDC9FD1C3A}</a:tableStyleId>
              </a:tblPr>
              <a:tblGrid>
                <a:gridCol w="4327451">
                  <a:extLst>
                    <a:ext uri="{9D8B030D-6E8A-4147-A177-3AD203B41FA5}">
                      <a16:colId xmlns:a16="http://schemas.microsoft.com/office/drawing/2014/main" val="175949732"/>
                    </a:ext>
                  </a:extLst>
                </a:gridCol>
                <a:gridCol w="4816549">
                  <a:extLst>
                    <a:ext uri="{9D8B030D-6E8A-4147-A177-3AD203B41FA5}">
                      <a16:colId xmlns:a16="http://schemas.microsoft.com/office/drawing/2014/main" val="2442131791"/>
                    </a:ext>
                  </a:extLst>
                </a:gridCol>
              </a:tblGrid>
              <a:tr h="370840">
                <a:tc>
                  <a:txBody>
                    <a:bodyPr/>
                    <a:lstStyle/>
                    <a:p>
                      <a:r>
                        <a:rPr lang="en-US" u="sng" dirty="0">
                          <a:solidFill>
                            <a:schemeClr val="tx1"/>
                          </a:solidFill>
                        </a:rPr>
                        <a:t>Environment Setup</a:t>
                      </a:r>
                    </a:p>
                    <a:p>
                      <a:pPr marL="285750" indent="-285750">
                        <a:buFont typeface="Arial" panose="020B0604020202020204" pitchFamily="34" charset="0"/>
                        <a:buChar char="•"/>
                      </a:pPr>
                      <a:r>
                        <a:rPr lang="en-US" b="0" dirty="0">
                          <a:solidFill>
                            <a:schemeClr val="tx1"/>
                          </a:solidFill>
                        </a:rPr>
                        <a:t>Google Collab + Secrets</a:t>
                      </a:r>
                    </a:p>
                    <a:p>
                      <a:pPr marL="285750" indent="-285750">
                        <a:buFont typeface="Arial" panose="020B0604020202020204" pitchFamily="34" charset="0"/>
                        <a:buChar char="•"/>
                      </a:pPr>
                      <a:r>
                        <a:rPr lang="en-US" b="0" dirty="0">
                          <a:solidFill>
                            <a:schemeClr val="tx1"/>
                          </a:solidFill>
                        </a:rPr>
                        <a:t>Python 3.9</a:t>
                      </a:r>
                    </a:p>
                  </a:txBody>
                  <a:tcPr/>
                </a:tc>
                <a:tc>
                  <a:txBody>
                    <a:bodyPr/>
                    <a:lstStyle/>
                    <a:p>
                      <a:r>
                        <a:rPr lang="en-US" u="sng" dirty="0">
                          <a:solidFill>
                            <a:schemeClr val="tx1"/>
                          </a:solidFill>
                        </a:rPr>
                        <a:t>Generate &amp; Evaluate</a:t>
                      </a:r>
                    </a:p>
                    <a:p>
                      <a:pPr marL="285750" indent="-285750">
                        <a:buFont typeface="Arial" panose="020B0604020202020204" pitchFamily="34" charset="0"/>
                        <a:buChar char="•"/>
                      </a:pPr>
                      <a:r>
                        <a:rPr lang="it-IT" b="0" dirty="0">
                          <a:solidFill>
                            <a:schemeClr val="tx1"/>
                          </a:solidFill>
                        </a:rPr>
                        <a:t>Generate: generate_code_[model](prompt) → raw code</a:t>
                      </a:r>
                    </a:p>
                    <a:p>
                      <a:pPr marL="285750" indent="-285750">
                        <a:buFont typeface="Arial" panose="020B0604020202020204" pitchFamily="34" charset="0"/>
                        <a:buChar char="•"/>
                      </a:pPr>
                      <a:r>
                        <a:rPr lang="en-US" b="0" dirty="0">
                          <a:solidFill>
                            <a:schemeClr val="tx1"/>
                          </a:solidFill>
                        </a:rPr>
                        <a:t>Extract: </a:t>
                      </a:r>
                      <a:r>
                        <a:rPr lang="en-US" b="0" dirty="0" err="1">
                          <a:solidFill>
                            <a:schemeClr val="tx1"/>
                          </a:solidFill>
                        </a:rPr>
                        <a:t>extract_code</a:t>
                      </a:r>
                      <a:r>
                        <a:rPr lang="en-US" b="0" dirty="0">
                          <a:solidFill>
                            <a:schemeClr val="tx1"/>
                          </a:solidFill>
                        </a:rPr>
                        <a:t>(response) removes markdown</a:t>
                      </a:r>
                    </a:p>
                    <a:p>
                      <a:pPr marL="285750" indent="-285750">
                        <a:buFont typeface="Arial" panose="020B0604020202020204" pitchFamily="34" charset="0"/>
                        <a:buChar char="•"/>
                      </a:pPr>
                      <a:r>
                        <a:rPr lang="en-US" b="0" dirty="0">
                          <a:solidFill>
                            <a:schemeClr val="tx1"/>
                          </a:solidFill>
                        </a:rPr>
                        <a:t>Test: write temp .</a:t>
                      </a:r>
                      <a:r>
                        <a:rPr lang="en-US" b="0" dirty="0" err="1">
                          <a:solidFill>
                            <a:schemeClr val="tx1"/>
                          </a:solidFill>
                        </a:rPr>
                        <a:t>py</a:t>
                      </a:r>
                      <a:r>
                        <a:rPr lang="en-US" b="0" dirty="0">
                          <a:solidFill>
                            <a:schemeClr val="tx1"/>
                          </a:solidFill>
                        </a:rPr>
                        <a:t> + .test.py, run with subprocess (10 s timeout) what does this mean</a:t>
                      </a:r>
                    </a:p>
                    <a:p>
                      <a:pPr marL="285750" indent="-285750">
                        <a:buFont typeface="Arial" panose="020B0604020202020204" pitchFamily="34" charset="0"/>
                        <a:buChar char="•"/>
                      </a:pPr>
                      <a:endParaRPr lang="en-US" b="0" u="none" dirty="0">
                        <a:solidFill>
                          <a:schemeClr val="tx1"/>
                        </a:solidFill>
                      </a:endParaRPr>
                    </a:p>
                  </a:txBody>
                  <a:tcPr/>
                </a:tc>
                <a:extLst>
                  <a:ext uri="{0D108BD9-81ED-4DB2-BD59-A6C34878D82A}">
                    <a16:rowId xmlns:a16="http://schemas.microsoft.com/office/drawing/2014/main" val="657578417"/>
                  </a:ext>
                </a:extLst>
              </a:tr>
              <a:tr h="370840">
                <a:tc>
                  <a:txBody>
                    <a:bodyPr/>
                    <a:lstStyle/>
                    <a:p>
                      <a:r>
                        <a:rPr lang="en-US" b="1" u="sng" dirty="0"/>
                        <a:t>Data Loading</a:t>
                      </a:r>
                    </a:p>
                    <a:p>
                      <a:pPr marL="285750" indent="-285750">
                        <a:buFont typeface="Arial" panose="020B0604020202020204" pitchFamily="34" charset="0"/>
                        <a:buChar char="•"/>
                      </a:pPr>
                      <a:r>
                        <a:rPr lang="en-US" dirty="0"/>
                        <a:t>Read </a:t>
                      </a:r>
                      <a:r>
                        <a:rPr lang="en-US" dirty="0" err="1"/>
                        <a:t>HumanEval.jsonl</a:t>
                      </a:r>
                      <a:r>
                        <a:rPr lang="en-US" dirty="0"/>
                        <a:t> &amp; </a:t>
                      </a:r>
                      <a:r>
                        <a:rPr lang="en-US" dirty="0" err="1"/>
                        <a:t>MBPP.jsonl</a:t>
                      </a:r>
                      <a:r>
                        <a:rPr lang="en-US" dirty="0"/>
                        <a:t> from /content/files/</a:t>
                      </a:r>
                    </a:p>
                    <a:p>
                      <a:pPr marL="285750" indent="-285750">
                        <a:buFont typeface="Arial" panose="020B0604020202020204" pitchFamily="34" charset="0"/>
                        <a:buChar char="•"/>
                      </a:pPr>
                      <a:r>
                        <a:rPr lang="en-US" dirty="0" err="1"/>
                        <a:t>load_humaneval_data</a:t>
                      </a:r>
                      <a:r>
                        <a:rPr lang="en-US" dirty="0"/>
                        <a:t>() → list of {</a:t>
                      </a:r>
                      <a:r>
                        <a:rPr lang="en-US" dirty="0" err="1"/>
                        <a:t>task_id</a:t>
                      </a:r>
                      <a:r>
                        <a:rPr lang="en-US" dirty="0"/>
                        <a:t>, prompt, test} </a:t>
                      </a:r>
                      <a:r>
                        <a:rPr lang="en-US" dirty="0" err="1"/>
                        <a:t>dicts</a:t>
                      </a:r>
                      <a:endParaRPr lang="en-US" dirty="0"/>
                    </a:p>
                  </a:txBody>
                  <a:tcPr/>
                </a:tc>
                <a:tc>
                  <a:txBody>
                    <a:bodyPr/>
                    <a:lstStyle/>
                    <a:p>
                      <a:r>
                        <a:rPr lang="en-US" b="1" u="sng" dirty="0"/>
                        <a:t>Logging &amp; Visualization</a:t>
                      </a:r>
                    </a:p>
                    <a:p>
                      <a:pPr marL="285750" indent="-285750">
                        <a:buFont typeface="Arial" panose="020B0604020202020204" pitchFamily="34" charset="0"/>
                        <a:buChar char="•"/>
                      </a:pPr>
                      <a:r>
                        <a:rPr lang="en-US" dirty="0"/>
                        <a:t>Load into pandas </a:t>
                      </a:r>
                      <a:r>
                        <a:rPr lang="en-US" dirty="0" err="1"/>
                        <a:t>DataFrame</a:t>
                      </a:r>
                      <a:endParaRPr lang="en-US" dirty="0"/>
                    </a:p>
                    <a:p>
                      <a:pPr marL="285750" indent="-285750">
                        <a:buFont typeface="Arial" panose="020B0604020202020204" pitchFamily="34" charset="0"/>
                        <a:buChar char="•"/>
                      </a:pPr>
                      <a:r>
                        <a:rPr lang="en-US" dirty="0"/>
                        <a:t>Inline visualization plots of </a:t>
                      </a:r>
                      <a:r>
                        <a:rPr lang="en-US" b="1" dirty="0"/>
                        <a:t>Pass@1</a:t>
                      </a:r>
                      <a:r>
                        <a:rPr lang="en-US" dirty="0"/>
                        <a:t> in </a:t>
                      </a:r>
                      <a:r>
                        <a:rPr lang="en-US" dirty="0" err="1"/>
                        <a:t>Colab</a:t>
                      </a:r>
                      <a:endParaRPr lang="en-US" b="0" u="none" dirty="0"/>
                    </a:p>
                  </a:txBody>
                  <a:tcPr/>
                </a:tc>
                <a:extLst>
                  <a:ext uri="{0D108BD9-81ED-4DB2-BD59-A6C34878D82A}">
                    <a16:rowId xmlns:a16="http://schemas.microsoft.com/office/drawing/2014/main" val="146957025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Data Summary</a:t>
            </a:r>
          </a:p>
        </p:txBody>
      </p:sp>
      <p:sp>
        <p:nvSpPr>
          <p:cNvPr id="3075" name="Content Placeholder 1"/>
          <p:cNvSpPr>
            <a:spLocks noGrp="1"/>
          </p:cNvSpPr>
          <p:nvPr>
            <p:ph/>
          </p:nvPr>
        </p:nvSpPr>
        <p:spPr>
          <a:xfrm>
            <a:off x="533400" y="1447800"/>
            <a:ext cx="8229600" cy="4419600"/>
          </a:xfrm>
        </p:spPr>
        <p:txBody>
          <a:bodyPr/>
          <a:lstStyle/>
          <a:p>
            <a:pPr>
              <a:buNone/>
            </a:pPr>
            <a:r>
              <a:rPr lang="en-US" sz="1800" b="1" dirty="0"/>
              <a:t>Data Summary</a:t>
            </a:r>
            <a:endParaRPr lang="en-US" sz="1800" dirty="0"/>
          </a:p>
          <a:p>
            <a:pPr>
              <a:buFont typeface="Arial" panose="020B0604020202020204" pitchFamily="34" charset="0"/>
              <a:buChar char="•"/>
            </a:pPr>
            <a:r>
              <a:rPr lang="en-US" sz="1800" b="1" dirty="0"/>
              <a:t>Dataset:</a:t>
            </a:r>
            <a:r>
              <a:rPr lang="en-US" sz="1800" dirty="0"/>
              <a:t> </a:t>
            </a:r>
            <a:r>
              <a:rPr lang="en-US" sz="1800" dirty="0" err="1"/>
              <a:t>HumanEval</a:t>
            </a:r>
            <a:r>
              <a:rPr lang="en-US" sz="1800" dirty="0"/>
              <a:t> (164 Python problems)</a:t>
            </a:r>
          </a:p>
          <a:p>
            <a:pPr>
              <a:buFont typeface="Arial" panose="020B0604020202020204" pitchFamily="34" charset="0"/>
              <a:buChar char="•"/>
            </a:pPr>
            <a:r>
              <a:rPr lang="en-US" sz="1800" b="1" dirty="0"/>
              <a:t>Test cases:</a:t>
            </a:r>
            <a:r>
              <a:rPr lang="en-US" sz="1800" dirty="0"/>
              <a:t> ~80 unit tests per problem, covering basic functionality and edge cases</a:t>
            </a:r>
          </a:p>
          <a:p>
            <a:pPr>
              <a:buFont typeface="Arial" panose="020B0604020202020204" pitchFamily="34" charset="0"/>
              <a:buChar char="•"/>
            </a:pPr>
            <a:r>
              <a:rPr lang="en-US" sz="1800" b="1" dirty="0"/>
              <a:t>Prompt format:</a:t>
            </a:r>
            <a:r>
              <a:rPr lang="en-US" sz="1800" dirty="0"/>
              <a:t> Zero-shot natural-language descriptions—no few-shot examples</a:t>
            </a:r>
          </a:p>
          <a:p>
            <a:pPr>
              <a:buFont typeface="Arial" panose="020B0604020202020204" pitchFamily="34" charset="0"/>
              <a:buChar char="•"/>
            </a:pPr>
            <a:r>
              <a:rPr lang="en-US" sz="1800" b="1" dirty="0"/>
              <a:t>Models evaluated:</a:t>
            </a:r>
            <a:endParaRPr lang="en-US" sz="1800" dirty="0"/>
          </a:p>
          <a:p>
            <a:pPr marL="742950" lvl="1" indent="-285750">
              <a:buFont typeface="Arial" panose="020B0604020202020204" pitchFamily="34" charset="0"/>
              <a:buChar char="•"/>
            </a:pPr>
            <a:r>
              <a:rPr lang="en-US" sz="1800" b="1" dirty="0"/>
              <a:t>O3</a:t>
            </a:r>
            <a:r>
              <a:rPr lang="en-US" sz="1800" dirty="0"/>
              <a:t> via OpenAI Python SDK</a:t>
            </a:r>
          </a:p>
          <a:p>
            <a:pPr marL="742950" lvl="1" indent="-285750">
              <a:buFont typeface="Arial" panose="020B0604020202020204" pitchFamily="34" charset="0"/>
              <a:buChar char="•"/>
            </a:pPr>
            <a:r>
              <a:rPr lang="en-US" sz="1800" b="1" dirty="0"/>
              <a:t>Claude 3.7 Sonnet</a:t>
            </a:r>
            <a:r>
              <a:rPr lang="en-US" sz="1800" dirty="0"/>
              <a:t> via Anthropic SDK</a:t>
            </a:r>
          </a:p>
          <a:p>
            <a:pPr marL="742950" lvl="1" indent="-285750">
              <a:buFont typeface="Arial" panose="020B0604020202020204" pitchFamily="34" charset="0"/>
              <a:buChar char="•"/>
            </a:pPr>
            <a:r>
              <a:rPr lang="en-US" sz="1800" b="1" dirty="0"/>
              <a:t>Grok 3</a:t>
            </a:r>
            <a:r>
              <a:rPr lang="en-US" sz="1800" dirty="0"/>
              <a:t> via </a:t>
            </a:r>
            <a:r>
              <a:rPr lang="en-US" sz="1800" dirty="0" err="1"/>
              <a:t>xAI</a:t>
            </a:r>
            <a:r>
              <a:rPr lang="en-US" sz="1800" dirty="0"/>
              <a:t> REST API</a:t>
            </a:r>
          </a:p>
          <a:p>
            <a:pPr>
              <a:buFont typeface="Arial" panose="020B0604020202020204" pitchFamily="34" charset="0"/>
              <a:buChar char="•"/>
            </a:pPr>
            <a:r>
              <a:rPr lang="en-US" sz="1800" b="1" dirty="0"/>
              <a:t>Environment:</a:t>
            </a:r>
            <a:r>
              <a:rPr lang="en-US" sz="1800" dirty="0"/>
              <a:t> Google </a:t>
            </a:r>
            <a:r>
              <a:rPr lang="en-US" sz="1800" dirty="0" err="1"/>
              <a:t>Colab</a:t>
            </a:r>
            <a:r>
              <a:rPr lang="en-US" sz="1800" dirty="0"/>
              <a:t> (Python 3.9), 10 s timeout per test run</a:t>
            </a:r>
          </a:p>
          <a:p>
            <a:pPr eaLnBrk="1" hangingPunct="1">
              <a:lnSpc>
                <a:spcPct val="150000"/>
              </a:lnSpc>
              <a:buFont typeface="Wingdings" charset="0"/>
              <a:buChar char="§"/>
              <a:defRPr/>
            </a:pPr>
            <a:endParaRPr lang="en-US" altLang="zh-TW" sz="1800" dirty="0">
              <a:solidFill>
                <a:srgbClr val="4D4D4D"/>
              </a:solidFill>
              <a:latin typeface="Georgia" charset="0"/>
              <a:ea typeface="新細明體" charset="0"/>
              <a:cs typeface="新細明體" charset="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14</a:t>
            </a:fld>
            <a:endParaRPr lang="en-US" altLang="zh-TW"/>
          </a:p>
        </p:txBody>
      </p:sp>
    </p:spTree>
    <p:extLst>
      <p:ext uri="{BB962C8B-B14F-4D97-AF65-F5344CB8AC3E}">
        <p14:creationId xmlns:p14="http://schemas.microsoft.com/office/powerpoint/2010/main" val="461079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Results</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15</a:t>
            </a:fld>
            <a:endParaRPr lang="en-US" altLang="zh-TW"/>
          </a:p>
        </p:txBody>
      </p:sp>
      <p:pic>
        <p:nvPicPr>
          <p:cNvPr id="5" name="Picture 4">
            <a:extLst>
              <a:ext uri="{FF2B5EF4-FFF2-40B4-BE49-F238E27FC236}">
                <a16:creationId xmlns:a16="http://schemas.microsoft.com/office/drawing/2014/main" id="{FFACD32C-8E71-F6CA-6DE7-931D26C38FC9}"/>
              </a:ext>
            </a:extLst>
          </p:cNvPr>
          <p:cNvPicPr>
            <a:picLocks noChangeAspect="1"/>
          </p:cNvPicPr>
          <p:nvPr/>
        </p:nvPicPr>
        <p:blipFill>
          <a:blip r:embed="rId3"/>
          <a:stretch>
            <a:fillRect/>
          </a:stretch>
        </p:blipFill>
        <p:spPr>
          <a:xfrm>
            <a:off x="1285819" y="1788595"/>
            <a:ext cx="6572361" cy="4159865"/>
          </a:xfrm>
          <a:prstGeom prst="rect">
            <a:avLst/>
          </a:prstGeom>
        </p:spPr>
      </p:pic>
    </p:spTree>
    <p:extLst>
      <p:ext uri="{BB962C8B-B14F-4D97-AF65-F5344CB8AC3E}">
        <p14:creationId xmlns:p14="http://schemas.microsoft.com/office/powerpoint/2010/main" val="649885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16F2B-BC71-71BD-F627-028F55A57F86}"/>
            </a:ext>
          </a:extLst>
        </p:cNvPr>
        <p:cNvGrpSpPr/>
        <p:nvPr/>
      </p:nvGrpSpPr>
      <p:grpSpPr>
        <a:xfrm>
          <a:off x="0" y="0"/>
          <a:ext cx="0" cy="0"/>
          <a:chOff x="0" y="0"/>
          <a:chExt cx="0" cy="0"/>
        </a:xfrm>
      </p:grpSpPr>
      <p:sp>
        <p:nvSpPr>
          <p:cNvPr id="3074" name="Rectangle 19">
            <a:extLst>
              <a:ext uri="{FF2B5EF4-FFF2-40B4-BE49-F238E27FC236}">
                <a16:creationId xmlns:a16="http://schemas.microsoft.com/office/drawing/2014/main" id="{885D4C99-85A3-D946-7EF1-98F3201C87FE}"/>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Results</a:t>
            </a:r>
          </a:p>
        </p:txBody>
      </p:sp>
      <p:sp>
        <p:nvSpPr>
          <p:cNvPr id="2" name="Slide Number Placeholder 1">
            <a:extLst>
              <a:ext uri="{FF2B5EF4-FFF2-40B4-BE49-F238E27FC236}">
                <a16:creationId xmlns:a16="http://schemas.microsoft.com/office/drawing/2014/main" id="{42C696EB-7672-3130-61B5-E54552AA2C5D}"/>
              </a:ext>
            </a:extLst>
          </p:cNvPr>
          <p:cNvSpPr>
            <a:spLocks noGrp="1"/>
          </p:cNvSpPr>
          <p:nvPr>
            <p:ph type="sldNum" sz="quarter" idx="12"/>
          </p:nvPr>
        </p:nvSpPr>
        <p:spPr/>
        <p:txBody>
          <a:bodyPr/>
          <a:lstStyle/>
          <a:p>
            <a:fld id="{B95760C2-38E4-496F-933D-2305F303D3F1}" type="slidenum">
              <a:rPr lang="zh-TW" altLang="en-US" smtClean="0"/>
              <a:pPr/>
              <a:t>16</a:t>
            </a:fld>
            <a:endParaRPr lang="en-US" altLang="zh-TW"/>
          </a:p>
        </p:txBody>
      </p:sp>
      <p:pic>
        <p:nvPicPr>
          <p:cNvPr id="1026" name="Picture 2">
            <a:extLst>
              <a:ext uri="{FF2B5EF4-FFF2-40B4-BE49-F238E27FC236}">
                <a16:creationId xmlns:a16="http://schemas.microsoft.com/office/drawing/2014/main" id="{DEF86780-BAEA-38DD-3E70-1E3D411C8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25" y="1577975"/>
            <a:ext cx="7524750" cy="4667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837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9"/>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150000"/>
              </a:lnSpc>
              <a:defRPr/>
            </a:pPr>
            <a:r>
              <a:rPr lang="en-US" altLang="zh-TW" sz="3600">
                <a:solidFill>
                  <a:srgbClr val="4D4D4D"/>
                </a:solidFill>
                <a:latin typeface="Georgia" pitchFamily="18" charset="0"/>
                <a:ea typeface="PMingLiU" pitchFamily="18" charset="-120"/>
              </a:rPr>
              <a:t>Experimental Analysis</a:t>
            </a: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17</a:t>
            </a:fld>
            <a:endParaRPr lang="en-US" altLang="zh-TW"/>
          </a:p>
        </p:txBody>
      </p:sp>
      <p:sp>
        <p:nvSpPr>
          <p:cNvPr id="3" name="Rectangle 1">
            <a:extLst>
              <a:ext uri="{FF2B5EF4-FFF2-40B4-BE49-F238E27FC236}">
                <a16:creationId xmlns:a16="http://schemas.microsoft.com/office/drawing/2014/main" id="{B20684EE-70F4-A9F6-FB3C-544F304449DF}"/>
              </a:ext>
            </a:extLst>
          </p:cNvPr>
          <p:cNvSpPr>
            <a:spLocks noGrp="1" noChangeArrowheads="1"/>
          </p:cNvSpPr>
          <p:nvPr>
            <p:ph/>
          </p:nvPr>
        </p:nvSpPr>
        <p:spPr bwMode="auto">
          <a:xfrm>
            <a:off x="0" y="1281925"/>
            <a:ext cx="91440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sz="1500" b="1" dirty="0"/>
              <a:t>Accuracy vs. Speed Trade-Off</a:t>
            </a:r>
          </a:p>
          <a:p>
            <a:pPr>
              <a:buNone/>
            </a:pPr>
            <a:r>
              <a:rPr lang="en-US" sz="1500" dirty="0"/>
              <a:t>We evaluated Pass@1 accuracy and average inference time per problem across three models: Claude 3.7 Sonnet, Grok 3, and O3.</a:t>
            </a:r>
            <a:br>
              <a:rPr lang="en-US" sz="1500" dirty="0"/>
            </a:br>
            <a:r>
              <a:rPr lang="en-US" sz="1500" dirty="0"/>
              <a:t>As shown in the figures:</a:t>
            </a:r>
          </a:p>
          <a:p>
            <a:pPr>
              <a:buFont typeface="Arial" panose="020B0604020202020204" pitchFamily="34" charset="0"/>
              <a:buChar char="•"/>
            </a:pPr>
            <a:r>
              <a:rPr lang="en-US" sz="1500" b="1" dirty="0"/>
              <a:t>O3</a:t>
            </a:r>
            <a:r>
              <a:rPr lang="en-US" sz="1500" dirty="0"/>
              <a:t> achieved the </a:t>
            </a:r>
            <a:r>
              <a:rPr lang="en-US" sz="1500" b="1" dirty="0"/>
              <a:t>highest Pass@1 (88.4%)</a:t>
            </a:r>
            <a:r>
              <a:rPr lang="en-US" sz="1500" dirty="0"/>
              <a:t>, outperforming Claude (85.4%) and Grok (82.3%).</a:t>
            </a:r>
          </a:p>
          <a:p>
            <a:pPr>
              <a:buFont typeface="Arial" panose="020B0604020202020204" pitchFamily="34" charset="0"/>
              <a:buChar char="•"/>
            </a:pPr>
            <a:r>
              <a:rPr lang="en-US" sz="1500" dirty="0"/>
              <a:t>However, </a:t>
            </a:r>
            <a:r>
              <a:rPr lang="en-US" sz="1500" b="1" dirty="0"/>
              <a:t>O3 is significantly slower</a:t>
            </a:r>
            <a:r>
              <a:rPr lang="en-US" sz="1500" dirty="0"/>
              <a:t>, taking </a:t>
            </a:r>
            <a:r>
              <a:rPr lang="en-US" sz="1500" b="1" dirty="0"/>
              <a:t>~11.18 seconds</a:t>
            </a:r>
            <a:r>
              <a:rPr lang="en-US" sz="1500" dirty="0"/>
              <a:t> per problem—nearly </a:t>
            </a:r>
            <a:r>
              <a:rPr lang="en-US" sz="1500" b="1" dirty="0"/>
              <a:t>3× slower</a:t>
            </a:r>
            <a:r>
              <a:rPr lang="en-US" sz="1500" dirty="0"/>
              <a:t> than Claude (4.0s) and Grok (4.1s).</a:t>
            </a:r>
          </a:p>
          <a:p>
            <a:pPr>
              <a:buFont typeface="Arial" panose="020B0604020202020204" pitchFamily="34" charset="0"/>
              <a:buChar char="•"/>
            </a:pPr>
            <a:r>
              <a:rPr lang="en-US" sz="1500" b="1" dirty="0"/>
              <a:t>Claude 3.7 Sonnet</a:t>
            </a:r>
            <a:r>
              <a:rPr lang="en-US" sz="1500" dirty="0"/>
              <a:t> offers the </a:t>
            </a:r>
            <a:r>
              <a:rPr lang="en-US" sz="1500" b="1" dirty="0"/>
              <a:t>best trade-off</a:t>
            </a:r>
            <a:r>
              <a:rPr lang="en-US" sz="1500" dirty="0"/>
              <a:t> between speed and accuracy.</a:t>
            </a:r>
          </a:p>
          <a:p>
            <a:pPr>
              <a:buNone/>
            </a:pPr>
            <a:r>
              <a:rPr lang="en-US" sz="1500" b="1" dirty="0"/>
              <a:t>Reliability &amp; Failure Modes</a:t>
            </a:r>
          </a:p>
          <a:p>
            <a:pPr>
              <a:buFont typeface="Arial" panose="020B0604020202020204" pitchFamily="34" charset="0"/>
              <a:buChar char="•"/>
            </a:pPr>
            <a:r>
              <a:rPr lang="en-US" sz="1500" dirty="0"/>
              <a:t>Claude's performance showed </a:t>
            </a:r>
            <a:r>
              <a:rPr lang="en-US" sz="1500" b="1" dirty="0"/>
              <a:t>low variance</a:t>
            </a:r>
            <a:r>
              <a:rPr lang="en-US" sz="1500" dirty="0"/>
              <a:t>, suggesting </a:t>
            </a:r>
            <a:r>
              <a:rPr lang="en-US" sz="1500" b="1" dirty="0"/>
              <a:t>consistent results across different prompts</a:t>
            </a:r>
            <a:r>
              <a:rPr lang="en-US" sz="1500" dirty="0"/>
              <a:t>.</a:t>
            </a:r>
          </a:p>
          <a:p>
            <a:pPr>
              <a:buFont typeface="Arial" panose="020B0604020202020204" pitchFamily="34" charset="0"/>
              <a:buChar char="•"/>
            </a:pPr>
            <a:r>
              <a:rPr lang="en-US" sz="1500" dirty="0"/>
              <a:t>O3’s performance, though accurate, was more </a:t>
            </a:r>
            <a:r>
              <a:rPr lang="en-US" sz="1500" b="1" dirty="0"/>
              <a:t>erratic</a:t>
            </a:r>
            <a:r>
              <a:rPr lang="en-US" sz="1500" dirty="0"/>
              <a:t>, and </a:t>
            </a:r>
            <a:r>
              <a:rPr lang="en-US" sz="1500" b="1" dirty="0"/>
              <a:t>timeouts occurred more frequently</a:t>
            </a:r>
            <a:r>
              <a:rPr lang="en-US" sz="1500" dirty="0"/>
              <a:t>.</a:t>
            </a:r>
          </a:p>
          <a:p>
            <a:pPr>
              <a:buFont typeface="Arial" panose="020B0604020202020204" pitchFamily="34" charset="0"/>
              <a:buChar char="•"/>
            </a:pPr>
            <a:r>
              <a:rPr lang="en-US" sz="1500" b="1" dirty="0"/>
              <a:t>Common error types</a:t>
            </a:r>
            <a:r>
              <a:rPr lang="en-US" sz="1500" dirty="0"/>
              <a:t> included:</a:t>
            </a:r>
          </a:p>
          <a:p>
            <a:pPr marL="742950" lvl="1" indent="-285750">
              <a:buFont typeface="Arial" panose="020B0604020202020204" pitchFamily="34" charset="0"/>
              <a:buChar char="•"/>
            </a:pPr>
            <a:r>
              <a:rPr lang="en-US" sz="1500" dirty="0"/>
              <a:t>Off-by-one mistakes</a:t>
            </a:r>
          </a:p>
          <a:p>
            <a:pPr marL="742950" lvl="1" indent="-285750">
              <a:buFont typeface="Arial" panose="020B0604020202020204" pitchFamily="34" charset="0"/>
              <a:buChar char="•"/>
            </a:pPr>
            <a:r>
              <a:rPr lang="en-US" sz="1500" dirty="0"/>
              <a:t>Missed edge cases (e.g., empty inputs, negatives)</a:t>
            </a:r>
          </a:p>
          <a:p>
            <a:pPr marL="742950" lvl="1" indent="-285750">
              <a:buFont typeface="Arial" panose="020B0604020202020204" pitchFamily="34" charset="0"/>
              <a:buChar char="•"/>
            </a:pPr>
            <a:r>
              <a:rPr lang="en-US" sz="1500" dirty="0"/>
              <a:t>Execution timeouts, especially for O3</a:t>
            </a:r>
          </a:p>
          <a:p>
            <a:pPr>
              <a:buNone/>
            </a:pPr>
            <a:r>
              <a:rPr lang="en-US" sz="1500" b="1" dirty="0"/>
              <a:t>Efficiency Implications</a:t>
            </a:r>
          </a:p>
          <a:p>
            <a:pPr>
              <a:buFont typeface="Arial" panose="020B0604020202020204" pitchFamily="34" charset="0"/>
              <a:buChar char="•"/>
            </a:pPr>
            <a:r>
              <a:rPr lang="en-US" sz="1500" b="1" dirty="0"/>
              <a:t>Faster models</a:t>
            </a:r>
            <a:r>
              <a:rPr lang="en-US" sz="1500" dirty="0"/>
              <a:t> (Claude, Grok) minimize API billing and runtime costs.</a:t>
            </a:r>
          </a:p>
          <a:p>
            <a:pPr>
              <a:buFont typeface="Arial" panose="020B0604020202020204" pitchFamily="34" charset="0"/>
              <a:buChar char="•"/>
            </a:pPr>
            <a:r>
              <a:rPr lang="en-US" sz="1500" b="1" dirty="0"/>
              <a:t>O3’s latency</a:t>
            </a:r>
            <a:r>
              <a:rPr lang="en-US" sz="1500" dirty="0"/>
              <a:t> may limit its practical use in time-sensitive or large-batch applications, despite its high accuracy.</a:t>
            </a:r>
          </a:p>
        </p:txBody>
      </p:sp>
    </p:spTree>
    <p:extLst>
      <p:ext uri="{BB962C8B-B14F-4D97-AF65-F5344CB8AC3E}">
        <p14:creationId xmlns:p14="http://schemas.microsoft.com/office/powerpoint/2010/main" val="2279849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a:solidFill>
                  <a:srgbClr val="4D4D4D"/>
                </a:solidFill>
                <a:latin typeface="Georgia" charset="0"/>
                <a:ea typeface="新細明體" charset="0"/>
                <a:cs typeface="新細明體" charset="0"/>
              </a:rPr>
              <a:t>Conclusion and Future Work</a:t>
            </a:r>
          </a:p>
        </p:txBody>
      </p:sp>
      <p:sp>
        <p:nvSpPr>
          <p:cNvPr id="53250" name="Content Placeholder 2"/>
          <p:cNvSpPr txBox="1">
            <a:spLocks/>
          </p:cNvSpPr>
          <p:nvPr/>
        </p:nvSpPr>
        <p:spPr bwMode="auto">
          <a:xfrm>
            <a:off x="9525" y="1752600"/>
            <a:ext cx="9067800" cy="381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pPr>
            <a:endParaRPr lang="en-US" altLang="en-US" sz="2000">
              <a:solidFill>
                <a:srgbClr val="4D4D4D"/>
              </a:solidFill>
              <a:latin typeface="Georgia" pitchFamily="18" charset="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18</a:t>
            </a:fld>
            <a:endParaRPr lang="en-US" altLang="zh-TW"/>
          </a:p>
        </p:txBody>
      </p:sp>
      <p:sp>
        <p:nvSpPr>
          <p:cNvPr id="3" name="Rectangle 1">
            <a:extLst>
              <a:ext uri="{FF2B5EF4-FFF2-40B4-BE49-F238E27FC236}">
                <a16:creationId xmlns:a16="http://schemas.microsoft.com/office/drawing/2014/main" id="{7CD9C48B-5DA6-E8FE-AB48-08EC89A91F70}"/>
              </a:ext>
            </a:extLst>
          </p:cNvPr>
          <p:cNvSpPr>
            <a:spLocks noChangeArrowheads="1"/>
          </p:cNvSpPr>
          <p:nvPr/>
        </p:nvSpPr>
        <p:spPr bwMode="auto">
          <a:xfrm>
            <a:off x="265814" y="2108378"/>
            <a:ext cx="886866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Key Takeaways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t>O3 </a:t>
            </a:r>
            <a:r>
              <a:rPr kumimoji="0" lang="en-US" altLang="en-US" sz="1800" b="0" i="0" u="none" strike="noStrike" cap="none" normalizeH="0" baseline="0" dirty="0">
                <a:ln>
                  <a:noFill/>
                </a:ln>
                <a:solidFill>
                  <a:schemeClr val="tx1"/>
                </a:solidFill>
                <a:effectLst/>
                <a:latin typeface="Arial" panose="020B0604020202020204" pitchFamily="34" charset="0"/>
              </a:rPr>
              <a:t>is currently the strongest code-generation LLM in terms of accuracy under zero-shot evaluation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Taking everything into consideration, Claude 3.7 is the best.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Cost and runtime</a:t>
            </a:r>
            <a:r>
              <a:rPr kumimoji="0" lang="en-US" altLang="en-US" sz="1800" b="0" i="0" u="none" strike="noStrike" cap="none" normalizeH="0" baseline="0" dirty="0">
                <a:ln>
                  <a:noFill/>
                </a:ln>
                <a:solidFill>
                  <a:schemeClr val="tx1"/>
                </a:solidFill>
                <a:effectLst/>
                <a:latin typeface="Arial" panose="020B0604020202020204" pitchFamily="34" charset="0"/>
              </a:rPr>
              <a:t> are critical factors alongside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Future Directions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Expand to </a:t>
            </a:r>
            <a:r>
              <a:rPr kumimoji="0" lang="en-US" altLang="en-US" sz="1800" b="1" i="0" u="none" strike="noStrike" cap="none" normalizeH="0" baseline="0" dirty="0">
                <a:ln>
                  <a:noFill/>
                </a:ln>
                <a:solidFill>
                  <a:schemeClr val="tx1"/>
                </a:solidFill>
                <a:effectLst/>
                <a:latin typeface="Arial" panose="020B0604020202020204" pitchFamily="34" charset="0"/>
              </a:rPr>
              <a:t>additional benchmarks</a:t>
            </a:r>
            <a:r>
              <a:rPr kumimoji="0" lang="en-US" altLang="en-US" sz="1800" b="0" i="0" u="none" strike="noStrike" cap="none" normalizeH="0" baseline="0" dirty="0">
                <a:ln>
                  <a:noFill/>
                </a:ln>
                <a:solidFill>
                  <a:schemeClr val="tx1"/>
                </a:solidFill>
                <a:effectLst/>
                <a:latin typeface="Arial" panose="020B0604020202020204" pitchFamily="34" charset="0"/>
              </a:rPr>
              <a:t> (e.g., MBPP, </a:t>
            </a:r>
            <a:r>
              <a:rPr kumimoji="0" lang="en-US" altLang="en-US" sz="1800" b="0" i="0" u="none" strike="noStrike" cap="none" normalizeH="0" baseline="0" dirty="0" err="1">
                <a:ln>
                  <a:noFill/>
                </a:ln>
                <a:solidFill>
                  <a:schemeClr val="tx1"/>
                </a:solidFill>
                <a:effectLst/>
                <a:latin typeface="Arial" panose="020B0604020202020204" pitchFamily="34" charset="0"/>
              </a:rPr>
              <a:t>Codeforces</a:t>
            </a:r>
            <a:r>
              <a:rPr kumimoji="0" lang="en-US" altLang="en-US" sz="1800" b="0" i="0" u="none" strike="noStrike" cap="none" normalizeH="0" baseline="0" dirty="0">
                <a:ln>
                  <a:noFill/>
                </a:ln>
                <a:solidFill>
                  <a:schemeClr val="tx1"/>
                </a:solidFill>
                <a:effectLst/>
                <a:latin typeface="Arial" panose="020B0604020202020204" pitchFamily="34" charset="0"/>
              </a:rPr>
              <a:t>) for broader coverage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Explore </a:t>
            </a:r>
            <a:r>
              <a:rPr kumimoji="0" lang="en-US" altLang="en-US" sz="1800" b="1" i="0" u="none" strike="noStrike" cap="none" normalizeH="0" baseline="0" dirty="0">
                <a:ln>
                  <a:noFill/>
                </a:ln>
                <a:solidFill>
                  <a:schemeClr val="tx1"/>
                </a:solidFill>
                <a:effectLst/>
                <a:latin typeface="Arial" panose="020B0604020202020204" pitchFamily="34" charset="0"/>
              </a:rPr>
              <a:t>iterative self-debugging</a:t>
            </a:r>
            <a:r>
              <a:rPr kumimoji="0" lang="en-US" altLang="en-US" sz="1800" b="0" i="0" u="none" strike="noStrike" cap="none" normalizeH="0" baseline="0" dirty="0">
                <a:ln>
                  <a:noFill/>
                </a:ln>
                <a:solidFill>
                  <a:schemeClr val="tx1"/>
                </a:solidFill>
                <a:effectLst/>
                <a:latin typeface="Arial" panose="020B0604020202020204" pitchFamily="34" charset="0"/>
              </a:rPr>
              <a:t> or few-shot prompting to boost pass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Investigate </a:t>
            </a:r>
            <a:r>
              <a:rPr kumimoji="0" lang="en-US" altLang="en-US" sz="1800" b="1" i="0" u="none" strike="noStrike" cap="none" normalizeH="0" baseline="0" dirty="0">
                <a:ln>
                  <a:noFill/>
                </a:ln>
                <a:solidFill>
                  <a:schemeClr val="tx1"/>
                </a:solidFill>
                <a:effectLst/>
                <a:latin typeface="Arial" panose="020B0604020202020204" pitchFamily="34" charset="0"/>
              </a:rPr>
              <a:t>cost-efficiency trade-offs</a:t>
            </a:r>
            <a:r>
              <a:rPr kumimoji="0" lang="en-US" altLang="en-US" sz="1800" b="0" i="0" u="none" strike="noStrike" cap="none" normalizeH="0" baseline="0" dirty="0">
                <a:ln>
                  <a:noFill/>
                </a:ln>
                <a:solidFill>
                  <a:schemeClr val="tx1"/>
                </a:solidFill>
                <a:effectLst/>
                <a:latin typeface="Arial" panose="020B0604020202020204" pitchFamily="34" charset="0"/>
              </a:rPr>
              <a:t>, e.g., </a:t>
            </a:r>
            <a:r>
              <a:rPr kumimoji="0" lang="en-US" altLang="en-US" sz="1800" b="0" i="0" u="none" strike="noStrike" cap="none" normalizeH="0" baseline="0" dirty="0" err="1">
                <a:ln>
                  <a:noFill/>
                </a:ln>
                <a:solidFill>
                  <a:schemeClr val="tx1"/>
                </a:solidFill>
                <a:effectLst/>
                <a:latin typeface="Arial" panose="020B0604020202020204" pitchFamily="34" charset="0"/>
              </a:rPr>
              <a:t>pass@k</a:t>
            </a:r>
            <a:r>
              <a:rPr kumimoji="0" lang="en-US" altLang="en-US" sz="1800" b="0" i="0" u="none" strike="noStrike" cap="none" normalizeH="0" baseline="0" dirty="0">
                <a:ln>
                  <a:noFill/>
                </a:ln>
                <a:solidFill>
                  <a:schemeClr val="tx1"/>
                </a:solidFill>
                <a:effectLst/>
                <a:latin typeface="Arial" panose="020B0604020202020204" pitchFamily="34" charset="0"/>
              </a:rPr>
              <a:t> vs. token spend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Consider </a:t>
            </a:r>
            <a:r>
              <a:rPr kumimoji="0" lang="en-US" altLang="en-US" sz="1800" b="1" i="0" u="none" strike="noStrike" cap="none" normalizeH="0" baseline="0" dirty="0">
                <a:ln>
                  <a:noFill/>
                </a:ln>
                <a:solidFill>
                  <a:schemeClr val="tx1"/>
                </a:solidFill>
                <a:effectLst/>
                <a:latin typeface="Arial" panose="020B0604020202020204" pitchFamily="34" charset="0"/>
              </a:rPr>
              <a:t>multilingual</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a:ln>
                  <a:noFill/>
                </a:ln>
                <a:solidFill>
                  <a:schemeClr val="tx1"/>
                </a:solidFill>
                <a:effectLst/>
                <a:latin typeface="Arial" panose="020B0604020202020204" pitchFamily="34" charset="0"/>
              </a:rPr>
              <a:t>multi-file</a:t>
            </a:r>
            <a:r>
              <a:rPr kumimoji="0" lang="en-US" altLang="en-US" sz="1800" b="0" i="0" u="none" strike="noStrike" cap="none" normalizeH="0" baseline="0" dirty="0">
                <a:ln>
                  <a:noFill/>
                </a:ln>
                <a:solidFill>
                  <a:schemeClr val="tx1"/>
                </a:solidFill>
                <a:effectLst/>
                <a:latin typeface="Arial" panose="020B0604020202020204" pitchFamily="34" charset="0"/>
              </a:rPr>
              <a:t> code generation scenarios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DF5DA-7303-A858-BC8A-89C9F678A572}"/>
            </a:ext>
          </a:extLst>
        </p:cNvPr>
        <p:cNvGrpSpPr/>
        <p:nvPr/>
      </p:nvGrpSpPr>
      <p:grpSpPr>
        <a:xfrm>
          <a:off x="0" y="0"/>
          <a:ext cx="0" cy="0"/>
          <a:chOff x="0" y="0"/>
          <a:chExt cx="0" cy="0"/>
        </a:xfrm>
      </p:grpSpPr>
      <p:sp>
        <p:nvSpPr>
          <p:cNvPr id="27650" name="Rectangle 15">
            <a:extLst>
              <a:ext uri="{FF2B5EF4-FFF2-40B4-BE49-F238E27FC236}">
                <a16:creationId xmlns:a16="http://schemas.microsoft.com/office/drawing/2014/main" id="{F148EDD4-AEB9-AF54-0DAA-DA623CF4DBC8}"/>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defRPr/>
            </a:pPr>
            <a:r>
              <a:rPr lang="en-US" altLang="zh-TW" sz="3600" dirty="0">
                <a:solidFill>
                  <a:srgbClr val="4D4D4D"/>
                </a:solidFill>
                <a:latin typeface="Georgia" charset="0"/>
                <a:ea typeface="新細明體" charset="0"/>
                <a:cs typeface="新細明體" charset="0"/>
              </a:rPr>
              <a:t>Challenges</a:t>
            </a:r>
          </a:p>
        </p:txBody>
      </p:sp>
      <p:sp>
        <p:nvSpPr>
          <p:cNvPr id="53250" name="Content Placeholder 2">
            <a:extLst>
              <a:ext uri="{FF2B5EF4-FFF2-40B4-BE49-F238E27FC236}">
                <a16:creationId xmlns:a16="http://schemas.microsoft.com/office/drawing/2014/main" id="{AF742DF7-FA47-3418-CF0C-E96D8415DA8C}"/>
              </a:ext>
            </a:extLst>
          </p:cNvPr>
          <p:cNvSpPr txBox="1">
            <a:spLocks/>
          </p:cNvSpPr>
          <p:nvPr/>
        </p:nvSpPr>
        <p:spPr bwMode="auto">
          <a:xfrm>
            <a:off x="9525" y="1752600"/>
            <a:ext cx="9067800" cy="381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pPr>
            <a:endParaRPr lang="en-US" altLang="en-US" sz="2000" dirty="0">
              <a:solidFill>
                <a:srgbClr val="4D4D4D"/>
              </a:solidFill>
              <a:latin typeface="Georgia" pitchFamily="18" charset="0"/>
            </a:endParaRPr>
          </a:p>
        </p:txBody>
      </p:sp>
      <p:sp>
        <p:nvSpPr>
          <p:cNvPr id="2" name="Slide Number Placeholder 1">
            <a:extLst>
              <a:ext uri="{FF2B5EF4-FFF2-40B4-BE49-F238E27FC236}">
                <a16:creationId xmlns:a16="http://schemas.microsoft.com/office/drawing/2014/main" id="{1ABEBFCC-3D22-0314-A477-C1C508E76BB9}"/>
              </a:ext>
            </a:extLst>
          </p:cNvPr>
          <p:cNvSpPr>
            <a:spLocks noGrp="1"/>
          </p:cNvSpPr>
          <p:nvPr>
            <p:ph type="sldNum" sz="quarter" idx="12"/>
          </p:nvPr>
        </p:nvSpPr>
        <p:spPr/>
        <p:txBody>
          <a:bodyPr/>
          <a:lstStyle/>
          <a:p>
            <a:fld id="{B95760C2-38E4-496F-933D-2305F303D3F1}" type="slidenum">
              <a:rPr lang="zh-TW" altLang="en-US" smtClean="0"/>
              <a:pPr/>
              <a:t>19</a:t>
            </a:fld>
            <a:endParaRPr lang="en-US" altLang="zh-TW"/>
          </a:p>
        </p:txBody>
      </p:sp>
      <p:sp>
        <p:nvSpPr>
          <p:cNvPr id="4" name="Rectangle 2">
            <a:extLst>
              <a:ext uri="{FF2B5EF4-FFF2-40B4-BE49-F238E27FC236}">
                <a16:creationId xmlns:a16="http://schemas.microsoft.com/office/drawing/2014/main" id="{0C1030C4-B4E9-65B2-7E78-11852A01B02D}"/>
              </a:ext>
            </a:extLst>
          </p:cNvPr>
          <p:cNvSpPr>
            <a:spLocks noChangeArrowheads="1"/>
          </p:cNvSpPr>
          <p:nvPr/>
        </p:nvSpPr>
        <p:spPr bwMode="auto">
          <a:xfrm>
            <a:off x="115851" y="1720910"/>
            <a:ext cx="902814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API Usage Costs</a:t>
            </a:r>
            <a:endParaRPr lang="en-US" altLang="en-US" dirty="0"/>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Token‐based billing quickly adds up when calling LLMs hundreds of times</a:t>
            </a:r>
            <a:endParaRPr lang="en-US" altLang="en-US" dirty="0"/>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164 tasks × 3 models → substantial expenses</a:t>
            </a:r>
            <a:endParaRPr lang="en-US" altLang="en-US" dirty="0"/>
          </a:p>
          <a:p>
            <a:pPr lvl="1" eaLnBrk="0" hangingPunct="0"/>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Model Selection Trade-Offs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Needed diversity but limited by budget</a:t>
            </a:r>
            <a:endParaRPr lang="en-US" altLang="en-US" dirty="0"/>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Chose only </a:t>
            </a:r>
            <a:r>
              <a:rPr kumimoji="0" lang="en-US" altLang="en-US" b="1" i="0" u="none" strike="noStrike" cap="none" normalizeH="0" baseline="0" dirty="0">
                <a:ln>
                  <a:noFill/>
                </a:ln>
                <a:solidFill>
                  <a:schemeClr val="tx1"/>
                </a:solidFill>
                <a:effectLst/>
                <a:latin typeface="Arial" panose="020B0604020202020204" pitchFamily="34" charset="0"/>
              </a:rPr>
              <a:t>O3</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Claude 3.7 “Sonnet”</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Grok 3</a:t>
            </a:r>
            <a:r>
              <a:rPr kumimoji="0" lang="en-US" altLang="en-US" b="0" i="0" u="none" strike="noStrike" cap="none" normalizeH="0" baseline="0" dirty="0">
                <a:ln>
                  <a:noFill/>
                </a:ln>
                <a:solidFill>
                  <a:schemeClr val="tx1"/>
                </a:solidFill>
                <a:effectLst/>
                <a:latin typeface="Arial" panose="020B0604020202020204" pitchFamily="34" charset="0"/>
              </a:rPr>
              <a:t> as representative leaders</a:t>
            </a:r>
          </a:p>
          <a:p>
            <a:pPr marL="742950" lvl="1" indent="-285750" eaLnBrk="0" hangingPunct="0">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Benchmark Scope Constraints</a:t>
            </a:r>
            <a:endParaRPr lang="en-US" altLang="en-US" dirty="0"/>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Picked </a:t>
            </a:r>
            <a:r>
              <a:rPr kumimoji="0" lang="en-US" altLang="en-US" b="1" i="0" u="none" strike="noStrike" cap="none" normalizeH="0" baseline="0" dirty="0" err="1">
                <a:ln>
                  <a:noFill/>
                </a:ln>
                <a:solidFill>
                  <a:schemeClr val="tx1"/>
                </a:solidFill>
                <a:effectLst/>
                <a:latin typeface="Arial" panose="020B0604020202020204" pitchFamily="34" charset="0"/>
              </a:rPr>
              <a:t>HumanEval</a:t>
            </a:r>
            <a:r>
              <a:rPr kumimoji="0" lang="en-US" altLang="en-US" b="0" i="0" u="none" strike="noStrike" cap="none" normalizeH="0" baseline="0" dirty="0">
                <a:ln>
                  <a:noFill/>
                </a:ln>
                <a:solidFill>
                  <a:schemeClr val="tx1"/>
                </a:solidFill>
                <a:effectLst/>
                <a:latin typeface="Arial" panose="020B0604020202020204" pitchFamily="34" charset="0"/>
              </a:rPr>
              <a:t> (164 problems) to maximize coverage while controlling API calls</a:t>
            </a:r>
            <a:endParaRPr lang="en-US" altLang="en-US" dirty="0"/>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Omitted larger/secondary datasets to keep costs in check</a:t>
            </a:r>
          </a:p>
          <a:p>
            <a:pPr marL="742950" lvl="1" indent="-285750" eaLnBrk="0" hangingPunct="0">
              <a:buFont typeface="Arial" panose="020B0604020202020204" pitchFamily="34" charset="0"/>
              <a:buChar char="•"/>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Compute &amp; Time Overheads</a:t>
            </a:r>
            <a:endParaRPr lang="en-US" altLang="en-US" dirty="0"/>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Generation → syntax check → test execution for each model/problem</a:t>
            </a:r>
            <a:endParaRPr lang="en-US" altLang="en-US" dirty="0"/>
          </a:p>
          <a:p>
            <a:pPr marL="742950" lvl="1" indent="-285750" eaLnBrk="0" hangingPunct="0">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Leveraged </a:t>
            </a:r>
            <a:r>
              <a:rPr kumimoji="0" lang="en-US" altLang="en-US" b="0" i="0" u="none" strike="noStrike" cap="none" normalizeH="0" baseline="0" dirty="0" err="1">
                <a:ln>
                  <a:noFill/>
                </a:ln>
                <a:solidFill>
                  <a:schemeClr val="tx1"/>
                </a:solidFill>
                <a:effectLst/>
                <a:latin typeface="Arial" panose="020B0604020202020204" pitchFamily="34" charset="0"/>
              </a:rPr>
              <a:t>Colab’s</a:t>
            </a:r>
            <a:r>
              <a:rPr kumimoji="0" lang="en-US" altLang="en-US" b="0" i="0" u="none" strike="noStrike" cap="none" normalizeH="0" baseline="0" dirty="0">
                <a:ln>
                  <a:noFill/>
                </a:ln>
                <a:solidFill>
                  <a:schemeClr val="tx1"/>
                </a:solidFill>
                <a:effectLst/>
                <a:latin typeface="Arial" panose="020B0604020202020204" pitchFamily="34" charset="0"/>
              </a:rPr>
              <a:t> free GPU/CPU tiers and careful batching to reduce runtime</a:t>
            </a:r>
          </a:p>
        </p:txBody>
      </p:sp>
    </p:spTree>
    <p:extLst>
      <p:ext uri="{BB962C8B-B14F-4D97-AF65-F5344CB8AC3E}">
        <p14:creationId xmlns:p14="http://schemas.microsoft.com/office/powerpoint/2010/main" val="4062963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5"/>
          <p:cNvSpPr>
            <a:spLocks noChangeArrowheads="1"/>
          </p:cNvSpPr>
          <p:nvPr/>
        </p:nvSpPr>
        <p:spPr bwMode="auto">
          <a:xfrm>
            <a:off x="373063" y="152400"/>
            <a:ext cx="68532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defRPr/>
            </a:pPr>
            <a:r>
              <a:rPr lang="en-US" altLang="zh-TW" sz="3600">
                <a:solidFill>
                  <a:srgbClr val="4D4D4D"/>
                </a:solidFill>
                <a:latin typeface="Georgia" charset="0"/>
                <a:ea typeface="新細明體" charset="0"/>
                <a:cs typeface="新細明體" charset="0"/>
              </a:rPr>
              <a:t>References</a:t>
            </a:r>
          </a:p>
        </p:txBody>
      </p:sp>
      <p:sp>
        <p:nvSpPr>
          <p:cNvPr id="53250" name="Content Placeholder 2"/>
          <p:cNvSpPr txBox="1">
            <a:spLocks/>
          </p:cNvSpPr>
          <p:nvPr/>
        </p:nvSpPr>
        <p:spPr bwMode="auto">
          <a:xfrm>
            <a:off x="9525" y="1752600"/>
            <a:ext cx="9067800" cy="381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pPr>
            <a:endParaRPr lang="en-US" altLang="en-US" sz="2000" dirty="0">
              <a:solidFill>
                <a:srgbClr val="4D4D4D"/>
              </a:solidFill>
              <a:latin typeface="Georgia" pitchFamily="18" charset="0"/>
            </a:endParaRPr>
          </a:p>
        </p:txBody>
      </p:sp>
      <p:sp>
        <p:nvSpPr>
          <p:cNvPr id="2" name="Slide Number Placeholder 1"/>
          <p:cNvSpPr>
            <a:spLocks noGrp="1"/>
          </p:cNvSpPr>
          <p:nvPr>
            <p:ph type="sldNum" sz="quarter" idx="12"/>
          </p:nvPr>
        </p:nvSpPr>
        <p:spPr/>
        <p:txBody>
          <a:bodyPr/>
          <a:lstStyle/>
          <a:p>
            <a:fld id="{B95760C2-38E4-496F-933D-2305F303D3F1}" type="slidenum">
              <a:rPr lang="zh-TW" altLang="en-US" smtClean="0"/>
              <a:pPr/>
              <a:t>20</a:t>
            </a:fld>
            <a:endParaRPr lang="en-US" altLang="zh-TW"/>
          </a:p>
        </p:txBody>
      </p:sp>
      <p:sp>
        <p:nvSpPr>
          <p:cNvPr id="4" name="Rectangle 2">
            <a:extLst>
              <a:ext uri="{FF2B5EF4-FFF2-40B4-BE49-F238E27FC236}">
                <a16:creationId xmlns:a16="http://schemas.microsoft.com/office/drawing/2014/main" id="{E34D97E4-9356-D76C-6D27-7845D1632DB2}"/>
              </a:ext>
            </a:extLst>
          </p:cNvPr>
          <p:cNvSpPr>
            <a:spLocks noChangeArrowheads="1"/>
          </p:cNvSpPr>
          <p:nvPr/>
        </p:nvSpPr>
        <p:spPr bwMode="auto">
          <a:xfrm>
            <a:off x="0" y="1997908"/>
            <a:ext cx="913447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Chen, M. et al.</a:t>
            </a:r>
            <a:r>
              <a:rPr kumimoji="0" lang="en-US" altLang="en-US" sz="1800" b="0" i="0" u="none" strike="noStrike" cap="none" normalizeH="0" baseline="0" dirty="0">
                <a:ln>
                  <a:noFill/>
                </a:ln>
                <a:solidFill>
                  <a:schemeClr val="tx1"/>
                </a:solidFill>
                <a:effectLst/>
                <a:latin typeface="Arial" panose="020B0604020202020204" pitchFamily="34" charset="0"/>
              </a:rPr>
              <a:t> (2021). </a:t>
            </a:r>
            <a:r>
              <a:rPr kumimoji="0" lang="en-US" altLang="en-US" sz="1800" b="0" i="1" u="none" strike="noStrike" cap="none" normalizeH="0" baseline="0" dirty="0">
                <a:ln>
                  <a:noFill/>
                </a:ln>
                <a:solidFill>
                  <a:schemeClr val="tx1"/>
                </a:solidFill>
                <a:effectLst/>
                <a:latin typeface="Arial" panose="020B0604020202020204" pitchFamily="34" charset="0"/>
              </a:rPr>
              <a:t>“Evaluating Large Language Models Trained on Code.”</a:t>
            </a:r>
            <a:r>
              <a:rPr kumimoji="0" lang="en-US" altLang="en-US" sz="1800" b="0" i="0" u="none" strike="noStrike" cap="none" normalizeH="0" baseline="0" dirty="0">
                <a:ln>
                  <a:noFill/>
                </a:ln>
                <a:solidFill>
                  <a:schemeClr val="tx1"/>
                </a:solidFill>
                <a:effectLst/>
                <a:latin typeface="Arial" panose="020B0604020202020204" pitchFamily="34" charset="0"/>
              </a:rPr>
              <a:t> arXiv:2107.03374.</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Austin, J. et al.</a:t>
            </a:r>
            <a:r>
              <a:rPr kumimoji="0" lang="en-US" altLang="en-US" sz="1800" b="0" i="0" u="none" strike="noStrike" cap="none" normalizeH="0" baseline="0" dirty="0">
                <a:ln>
                  <a:noFill/>
                </a:ln>
                <a:solidFill>
                  <a:schemeClr val="tx1"/>
                </a:solidFill>
                <a:effectLst/>
                <a:latin typeface="Arial" panose="020B0604020202020204" pitchFamily="34" charset="0"/>
              </a:rPr>
              <a:t> (2021). </a:t>
            </a:r>
            <a:r>
              <a:rPr kumimoji="0" lang="en-US" altLang="en-US" sz="1800" b="0" i="1" u="none" strike="noStrike" cap="none" normalizeH="0" baseline="0" dirty="0">
                <a:ln>
                  <a:noFill/>
                </a:ln>
                <a:solidFill>
                  <a:schemeClr val="tx1"/>
                </a:solidFill>
                <a:effectLst/>
                <a:latin typeface="Arial" panose="020B0604020202020204" pitchFamily="34" charset="0"/>
              </a:rPr>
              <a:t>“Program Synthesis with Large Language Models.”</a:t>
            </a:r>
            <a:r>
              <a:rPr kumimoji="0" lang="en-US" altLang="en-US" sz="1800" b="0" i="0" u="none" strike="noStrike" cap="none" normalizeH="0" baseline="0" dirty="0">
                <a:ln>
                  <a:noFill/>
                </a:ln>
                <a:solidFill>
                  <a:schemeClr val="tx1"/>
                </a:solidFill>
                <a:effectLst/>
                <a:latin typeface="Arial" panose="020B0604020202020204" pitchFamily="34" charset="0"/>
              </a:rPr>
              <a:t> arXiv:2108.07732.</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OpenAI</a:t>
            </a:r>
            <a:r>
              <a:rPr kumimoji="0" lang="en-US" altLang="en-US" sz="1800" b="0" i="0" u="none" strike="noStrike" cap="none" normalizeH="0" baseline="0" dirty="0">
                <a:ln>
                  <a:noFill/>
                </a:ln>
                <a:solidFill>
                  <a:schemeClr val="tx1"/>
                </a:solidFill>
                <a:effectLst/>
                <a:latin typeface="Arial" panose="020B0604020202020204" pitchFamily="34" charset="0"/>
              </a:rPr>
              <a:t> (2025). </a:t>
            </a:r>
            <a:r>
              <a:rPr kumimoji="0" lang="en-US" altLang="en-US" sz="1800" b="0" i="1" u="none" strike="noStrike" cap="none" normalizeH="0" baseline="0" dirty="0">
                <a:ln>
                  <a:noFill/>
                </a:ln>
                <a:solidFill>
                  <a:schemeClr val="tx1"/>
                </a:solidFill>
                <a:effectLst/>
                <a:latin typeface="Arial" panose="020B0604020202020204" pitchFamily="34" charset="0"/>
              </a:rPr>
              <a:t>“Introducing OpenAI o3.”</a:t>
            </a:r>
            <a:r>
              <a:rPr kumimoji="0" lang="en-US" altLang="en-US" sz="1800" b="0" i="0" u="none" strike="noStrike" cap="none" normalizeH="0" baseline="0" dirty="0">
                <a:ln>
                  <a:noFill/>
                </a:ln>
                <a:solidFill>
                  <a:schemeClr val="tx1"/>
                </a:solidFill>
                <a:effectLst/>
                <a:latin typeface="Arial" panose="020B0604020202020204" pitchFamily="34" charset="0"/>
              </a:rPr>
              <a:t> OpenAI Blog, April 16, 2025.</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Anthropic</a:t>
            </a:r>
            <a:r>
              <a:rPr kumimoji="0" lang="en-US" altLang="en-US" sz="1800" b="0" i="0" u="none" strike="noStrike" cap="none" normalizeH="0" baseline="0" dirty="0">
                <a:ln>
                  <a:noFill/>
                </a:ln>
                <a:solidFill>
                  <a:schemeClr val="tx1"/>
                </a:solidFill>
                <a:effectLst/>
                <a:latin typeface="Arial" panose="020B0604020202020204" pitchFamily="34" charset="0"/>
              </a:rPr>
              <a:t> (2025). </a:t>
            </a:r>
            <a:r>
              <a:rPr kumimoji="0" lang="en-US" altLang="en-US" sz="1800" b="0" i="1" u="none" strike="noStrike" cap="none" normalizeH="0" baseline="0" dirty="0">
                <a:ln>
                  <a:noFill/>
                </a:ln>
                <a:solidFill>
                  <a:schemeClr val="tx1"/>
                </a:solidFill>
                <a:effectLst/>
                <a:latin typeface="Arial" panose="020B0604020202020204" pitchFamily="34" charset="0"/>
              </a:rPr>
              <a:t>“Claude 3.7 Sonnet Release.”</a:t>
            </a:r>
            <a:r>
              <a:rPr kumimoji="0" lang="en-US" altLang="en-US" sz="1800" b="0" i="0" u="none" strike="noStrike" cap="none" normalizeH="0" baseline="0" dirty="0">
                <a:ln>
                  <a:noFill/>
                </a:ln>
                <a:solidFill>
                  <a:schemeClr val="tx1"/>
                </a:solidFill>
                <a:effectLst/>
                <a:latin typeface="Arial" panose="020B0604020202020204" pitchFamily="34" charset="0"/>
              </a:rPr>
              <a:t> Anthropic Blog, February 24, 2025.</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err="1">
                <a:ln>
                  <a:noFill/>
                </a:ln>
                <a:solidFill>
                  <a:schemeClr val="tx1"/>
                </a:solidFill>
                <a:effectLst/>
                <a:latin typeface="Arial" panose="020B0604020202020204" pitchFamily="34" charset="0"/>
              </a:rPr>
              <a:t>xAI</a:t>
            </a:r>
            <a:r>
              <a:rPr kumimoji="0" lang="en-US" altLang="en-US" sz="1800" b="0" i="0" u="none" strike="noStrike" cap="none" normalizeH="0" baseline="0" dirty="0">
                <a:ln>
                  <a:noFill/>
                </a:ln>
                <a:solidFill>
                  <a:schemeClr val="tx1"/>
                </a:solidFill>
                <a:effectLst/>
                <a:latin typeface="Arial" panose="020B0604020202020204" pitchFamily="34" charset="0"/>
              </a:rPr>
              <a:t> (2025). </a:t>
            </a:r>
            <a:r>
              <a:rPr kumimoji="0" lang="en-US" altLang="en-US" sz="1800" b="0" i="1" u="none" strike="noStrike" cap="none" normalizeH="0" baseline="0" dirty="0">
                <a:ln>
                  <a:noFill/>
                </a:ln>
                <a:solidFill>
                  <a:schemeClr val="tx1"/>
                </a:solidFill>
                <a:effectLst/>
                <a:latin typeface="Arial" panose="020B0604020202020204" pitchFamily="34" charset="0"/>
              </a:rPr>
              <a:t>“Grok 3 Beta — The Age of Reasoning Agents.”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xAI</a:t>
            </a:r>
            <a:r>
              <a:rPr kumimoji="0" lang="en-US" altLang="en-US" sz="1800" b="0" i="0" u="none" strike="noStrike" cap="none" normalizeH="0" baseline="0" dirty="0">
                <a:ln>
                  <a:noFill/>
                </a:ln>
                <a:solidFill>
                  <a:schemeClr val="tx1"/>
                </a:solidFill>
                <a:effectLst/>
                <a:latin typeface="Arial" panose="020B0604020202020204" pitchFamily="34" charset="0"/>
              </a:rPr>
              <a:t> News, February 19, 2025.</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6.Hunter, J. D.</a:t>
            </a:r>
            <a:r>
              <a:rPr kumimoji="0" lang="en-US" altLang="en-US" sz="1800" b="0" i="0" u="none" strike="noStrike" cap="none" normalizeH="0" baseline="0" dirty="0">
                <a:ln>
                  <a:noFill/>
                </a:ln>
                <a:solidFill>
                  <a:schemeClr val="tx1"/>
                </a:solidFill>
                <a:effectLst/>
                <a:latin typeface="Arial" panose="020B0604020202020204" pitchFamily="34" charset="0"/>
              </a:rPr>
              <a:t> (2007). </a:t>
            </a:r>
            <a:r>
              <a:rPr kumimoji="0" lang="en-US" altLang="en-US" sz="1800" b="0" i="1" u="none" strike="noStrike" cap="none" normalizeH="0" baseline="0" dirty="0">
                <a:ln>
                  <a:noFill/>
                </a:ln>
                <a:solidFill>
                  <a:schemeClr val="tx1"/>
                </a:solidFill>
                <a:effectLst/>
                <a:latin typeface="Arial" panose="020B0604020202020204" pitchFamily="34" charset="0"/>
              </a:rPr>
              <a:t>“Matplotlib: A 2D Graphics Environment.”</a:t>
            </a:r>
            <a:r>
              <a:rPr kumimoji="0" lang="en-US" altLang="en-US" sz="1800" b="0" i="0" u="none" strike="noStrike" cap="none" normalizeH="0" baseline="0" dirty="0">
                <a:ln>
                  <a:noFill/>
                </a:ln>
                <a:solidFill>
                  <a:schemeClr val="tx1"/>
                </a:solidFill>
                <a:effectLst/>
                <a:latin typeface="Arial" panose="020B0604020202020204" pitchFamily="34" charset="0"/>
              </a:rPr>
              <a:t> Computing in Science &amp; Engineering, 9(3), 90–95.</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7. McKinney, W.</a:t>
            </a:r>
            <a:r>
              <a:rPr kumimoji="0" lang="en-US" altLang="en-US" sz="1800" b="0" i="0" u="none" strike="noStrike" cap="none" normalizeH="0" baseline="0" dirty="0">
                <a:ln>
                  <a:noFill/>
                </a:ln>
                <a:solidFill>
                  <a:schemeClr val="tx1"/>
                </a:solidFill>
                <a:effectLst/>
                <a:latin typeface="Arial" panose="020B0604020202020204" pitchFamily="34" charset="0"/>
              </a:rPr>
              <a:t> (2010). </a:t>
            </a:r>
            <a:r>
              <a:rPr kumimoji="0" lang="en-US" altLang="en-US" sz="1800" b="0" i="1" u="none" strike="noStrike" cap="none" normalizeH="0" baseline="0" dirty="0">
                <a:ln>
                  <a:noFill/>
                </a:ln>
                <a:solidFill>
                  <a:schemeClr val="tx1"/>
                </a:solidFill>
                <a:effectLst/>
                <a:latin typeface="Arial" panose="020B0604020202020204" pitchFamily="34" charset="0"/>
              </a:rPr>
              <a:t>“Data Structures for Statistical Computing in Python.”</a:t>
            </a:r>
            <a:r>
              <a:rPr kumimoji="0" lang="en-US" altLang="en-US" sz="1800" b="0" i="0" u="none" strike="noStrike" cap="none" normalizeH="0" baseline="0" dirty="0">
                <a:ln>
                  <a:noFill/>
                </a:ln>
                <a:solidFill>
                  <a:schemeClr val="tx1"/>
                </a:solidFill>
                <a:effectLst/>
                <a:latin typeface="Arial" panose="020B0604020202020204" pitchFamily="34" charset="0"/>
              </a:rPr>
              <a:t> Proceedings of the 9th Python in Science Conference (SciPy 2010).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8056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A8C7-B96D-D6E1-E04C-421DF943EC98}"/>
            </a:ext>
          </a:extLst>
        </p:cNvPr>
        <p:cNvGrpSpPr/>
        <p:nvPr/>
      </p:nvGrpSpPr>
      <p:grpSpPr>
        <a:xfrm>
          <a:off x="0" y="0"/>
          <a:ext cx="0" cy="0"/>
          <a:chOff x="0" y="0"/>
          <a:chExt cx="0" cy="0"/>
        </a:xfrm>
      </p:grpSpPr>
      <p:sp>
        <p:nvSpPr>
          <p:cNvPr id="27650" name="Rectangle 15">
            <a:extLst>
              <a:ext uri="{FF2B5EF4-FFF2-40B4-BE49-F238E27FC236}">
                <a16:creationId xmlns:a16="http://schemas.microsoft.com/office/drawing/2014/main" id="{C3527882-594D-6555-8D01-71621077DFF5}"/>
              </a:ext>
            </a:extLst>
          </p:cNvPr>
          <p:cNvSpPr>
            <a:spLocks noChangeArrowheads="1"/>
          </p:cNvSpPr>
          <p:nvPr/>
        </p:nvSpPr>
        <p:spPr bwMode="auto">
          <a:xfrm>
            <a:off x="373063" y="152400"/>
            <a:ext cx="68532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p>
            <a:pPr>
              <a:defRPr/>
            </a:pPr>
            <a:r>
              <a:rPr lang="en-US" altLang="zh-TW" sz="3600" dirty="0">
                <a:solidFill>
                  <a:srgbClr val="4D4D4D"/>
                </a:solidFill>
                <a:latin typeface="Georgia" charset="0"/>
                <a:ea typeface="新細明體" charset="0"/>
                <a:cs typeface="新細明體" charset="0"/>
              </a:rPr>
              <a:t>Questions?</a:t>
            </a:r>
          </a:p>
        </p:txBody>
      </p:sp>
      <p:sp>
        <p:nvSpPr>
          <p:cNvPr id="53250" name="Content Placeholder 2">
            <a:extLst>
              <a:ext uri="{FF2B5EF4-FFF2-40B4-BE49-F238E27FC236}">
                <a16:creationId xmlns:a16="http://schemas.microsoft.com/office/drawing/2014/main" id="{BE57F290-F8FC-B004-F53F-21041D5F1503}"/>
              </a:ext>
            </a:extLst>
          </p:cNvPr>
          <p:cNvSpPr txBox="1">
            <a:spLocks/>
          </p:cNvSpPr>
          <p:nvPr/>
        </p:nvSpPr>
        <p:spPr bwMode="auto">
          <a:xfrm>
            <a:off x="9525" y="1752600"/>
            <a:ext cx="9067800" cy="381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pPr>
            <a:endParaRPr lang="en-US" altLang="en-US" sz="2000" dirty="0">
              <a:solidFill>
                <a:srgbClr val="4D4D4D"/>
              </a:solidFill>
              <a:latin typeface="Georgia" pitchFamily="18" charset="0"/>
            </a:endParaRPr>
          </a:p>
        </p:txBody>
      </p:sp>
      <p:sp>
        <p:nvSpPr>
          <p:cNvPr id="2" name="Slide Number Placeholder 1">
            <a:extLst>
              <a:ext uri="{FF2B5EF4-FFF2-40B4-BE49-F238E27FC236}">
                <a16:creationId xmlns:a16="http://schemas.microsoft.com/office/drawing/2014/main" id="{D20A7AA3-F689-928E-D644-C68EF3CECA72}"/>
              </a:ext>
            </a:extLst>
          </p:cNvPr>
          <p:cNvSpPr>
            <a:spLocks noGrp="1"/>
          </p:cNvSpPr>
          <p:nvPr>
            <p:ph type="sldNum" sz="quarter" idx="12"/>
          </p:nvPr>
        </p:nvSpPr>
        <p:spPr/>
        <p:txBody>
          <a:bodyPr/>
          <a:lstStyle/>
          <a:p>
            <a:fld id="{B95760C2-38E4-496F-933D-2305F303D3F1}" type="slidenum">
              <a:rPr lang="zh-TW" altLang="en-US" smtClean="0"/>
              <a:pPr/>
              <a:t>21</a:t>
            </a:fld>
            <a:endParaRPr lang="en-US" altLang="zh-TW"/>
          </a:p>
        </p:txBody>
      </p:sp>
    </p:spTree>
    <p:extLst>
      <p:ext uri="{BB962C8B-B14F-4D97-AF65-F5344CB8AC3E}">
        <p14:creationId xmlns:p14="http://schemas.microsoft.com/office/powerpoint/2010/main" val="2327216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F8E2D9-2670-6A8E-BCDD-259F000B9447}"/>
            </a:ext>
          </a:extLst>
        </p:cNvPr>
        <p:cNvGrpSpPr/>
        <p:nvPr/>
      </p:nvGrpSpPr>
      <p:grpSpPr>
        <a:xfrm>
          <a:off x="0" y="0"/>
          <a:ext cx="0" cy="0"/>
          <a:chOff x="0" y="0"/>
          <a:chExt cx="0" cy="0"/>
        </a:xfrm>
      </p:grpSpPr>
      <p:pic>
        <p:nvPicPr>
          <p:cNvPr id="2052" name="Picture 4" descr="Business Model Innovation">
            <a:extLst>
              <a:ext uri="{FF2B5EF4-FFF2-40B4-BE49-F238E27FC236}">
                <a16:creationId xmlns:a16="http://schemas.microsoft.com/office/drawing/2014/main" id="{56DA762F-425B-6999-CC5F-892090F6F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498" r="9502"/>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53268" name="Freeform 12">
            <a:extLst>
              <a:ext uri="{FF2B5EF4-FFF2-40B4-BE49-F238E27FC236}">
                <a16:creationId xmlns:a16="http://schemas.microsoft.com/office/drawing/2014/main" id="{522A94E1-AEBD-4286-BFF8-0711E4CD3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216987" y="5181600"/>
            <a:ext cx="6873758" cy="1174750"/>
          </a:xfrm>
          <a:custGeom>
            <a:avLst/>
            <a:gdLst>
              <a:gd name="connsiteX0" fmla="*/ 0 w 9165010"/>
              <a:gd name="connsiteY0" fmla="*/ 1073384 h 1073384"/>
              <a:gd name="connsiteX1" fmla="*/ 9165010 w 9165010"/>
              <a:gd name="connsiteY1" fmla="*/ 1073384 h 1073384"/>
              <a:gd name="connsiteX2" fmla="*/ 9165010 w 9165010"/>
              <a:gd name="connsiteY2" fmla="*/ 266817 h 1073384"/>
              <a:gd name="connsiteX3" fmla="*/ 4757604 w 9165010"/>
              <a:gd name="connsiteY3" fmla="*/ 266817 h 1073384"/>
              <a:gd name="connsiteX4" fmla="*/ 4582505 w 9165010"/>
              <a:gd name="connsiteY4" fmla="*/ 0 h 1073384"/>
              <a:gd name="connsiteX5" fmla="*/ 4407407 w 9165010"/>
              <a:gd name="connsiteY5" fmla="*/ 266817 h 1073384"/>
              <a:gd name="connsiteX6" fmla="*/ 0 w 9165010"/>
              <a:gd name="connsiteY6" fmla="*/ 266817 h 107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5010" h="1073384">
                <a:moveTo>
                  <a:pt x="0" y="1073384"/>
                </a:moveTo>
                <a:lnTo>
                  <a:pt x="9165010" y="1073384"/>
                </a:lnTo>
                <a:lnTo>
                  <a:pt x="9165010" y="266817"/>
                </a:lnTo>
                <a:lnTo>
                  <a:pt x="4757604" y="266817"/>
                </a:lnTo>
                <a:lnTo>
                  <a:pt x="4582505" y="0"/>
                </a:lnTo>
                <a:lnTo>
                  <a:pt x="4407407" y="266817"/>
                </a:lnTo>
                <a:lnTo>
                  <a:pt x="0" y="266817"/>
                </a:lnTo>
                <a:close/>
              </a:path>
            </a:pathLst>
          </a:custGeom>
          <a:solidFill>
            <a:srgbClr val="404040">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Rectangle 15">
            <a:extLst>
              <a:ext uri="{FF2B5EF4-FFF2-40B4-BE49-F238E27FC236}">
                <a16:creationId xmlns:a16="http://schemas.microsoft.com/office/drawing/2014/main" id="{83349952-F6A5-ED71-D1BB-3A03233D8A1D}"/>
              </a:ext>
            </a:extLst>
          </p:cNvPr>
          <p:cNvSpPr>
            <a:spLocks noChangeArrowheads="1"/>
          </p:cNvSpPr>
          <p:nvPr/>
        </p:nvSpPr>
        <p:spPr bwMode="auto">
          <a:xfrm>
            <a:off x="1328737" y="5254391"/>
            <a:ext cx="6650259" cy="774934"/>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lIns="91440" tIns="45720" rIns="91440" bIns="45720" rtlCol="0" anchor="ctr">
            <a:normAutofit/>
          </a:bodyPr>
          <a:lstStyle/>
          <a:p>
            <a:pPr algn="ctr">
              <a:lnSpc>
                <a:spcPct val="90000"/>
              </a:lnSpc>
              <a:spcAft>
                <a:spcPts val="600"/>
              </a:spcAft>
              <a:defRPr/>
            </a:pPr>
            <a:r>
              <a:rPr lang="en-US" altLang="zh-TW" sz="3500">
                <a:solidFill>
                  <a:srgbClr val="FFFFFF"/>
                </a:solidFill>
                <a:latin typeface="+mj-lt"/>
                <a:ea typeface="+mj-ea"/>
                <a:cs typeface="+mj-cs"/>
              </a:rPr>
              <a:t>Thank You!</a:t>
            </a:r>
          </a:p>
        </p:txBody>
      </p:sp>
      <p:sp>
        <p:nvSpPr>
          <p:cNvPr id="2" name="Slide Number Placeholder 1">
            <a:extLst>
              <a:ext uri="{FF2B5EF4-FFF2-40B4-BE49-F238E27FC236}">
                <a16:creationId xmlns:a16="http://schemas.microsoft.com/office/drawing/2014/main" id="{7866292D-A494-9F1C-DE8A-64CFC2B75F3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457200">
              <a:spcAft>
                <a:spcPts val="600"/>
              </a:spcAft>
            </a:pPr>
            <a:fld id="{B95760C2-38E4-496F-933D-2305F303D3F1}" type="slidenum">
              <a:rPr lang="en-US" altLang="zh-TW" sz="1200">
                <a:solidFill>
                  <a:srgbClr val="FFFFFF"/>
                </a:solidFill>
                <a:latin typeface="+mn-lt"/>
                <a:ea typeface="+mn-ea"/>
              </a:rPr>
              <a:pPr defTabSz="457200">
                <a:spcAft>
                  <a:spcPts val="600"/>
                </a:spcAft>
              </a:pPr>
              <a:t>22</a:t>
            </a:fld>
            <a:endParaRPr lang="en-US" altLang="zh-TW" sz="1200">
              <a:solidFill>
                <a:srgbClr val="FFFFFF"/>
              </a:solidFill>
              <a:latin typeface="+mn-lt"/>
              <a:ea typeface="+mn-ea"/>
            </a:endParaRPr>
          </a:p>
        </p:txBody>
      </p:sp>
      <p:sp>
        <p:nvSpPr>
          <p:cNvPr id="53250" name="Content Placeholder 2">
            <a:extLst>
              <a:ext uri="{FF2B5EF4-FFF2-40B4-BE49-F238E27FC236}">
                <a16:creationId xmlns:a16="http://schemas.microsoft.com/office/drawing/2014/main" id="{2EDDD70B-F3AB-8A34-6C9B-A348ADEA5E2B}"/>
              </a:ext>
            </a:extLst>
          </p:cNvPr>
          <p:cNvSpPr txBox="1">
            <a:spLocks/>
          </p:cNvSpPr>
          <p:nvPr/>
        </p:nvSpPr>
        <p:spPr bwMode="auto">
          <a:xfrm>
            <a:off x="9525" y="1752600"/>
            <a:ext cx="9067800" cy="381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20000"/>
              </a:spcBef>
            </a:pPr>
            <a:endParaRPr lang="en-US" altLang="en-US" sz="2000">
              <a:solidFill>
                <a:srgbClr val="4D4D4D"/>
              </a:solidFill>
              <a:latin typeface="Georgia" pitchFamily="18" charset="0"/>
            </a:endParaRPr>
          </a:p>
        </p:txBody>
      </p:sp>
    </p:spTree>
    <p:extLst>
      <p:ext uri="{BB962C8B-B14F-4D97-AF65-F5344CB8AC3E}">
        <p14:creationId xmlns:p14="http://schemas.microsoft.com/office/powerpoint/2010/main" val="9568964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1606</Words>
  <Application>Microsoft Office PowerPoint</Application>
  <PresentationFormat>On-screen Show (4:3)</PresentationFormat>
  <Paragraphs>198</Paragraphs>
  <Slides>22</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PMingLiU</vt:lpstr>
      <vt:lpstr>Arial</vt:lpstr>
      <vt:lpstr>Calibri</vt:lpstr>
      <vt:lpstr>Georgia</vt:lpstr>
      <vt:lpstr>Wingdings</vt:lpstr>
      <vt:lpstr>Default Design</vt:lpstr>
      <vt:lpstr>PowerPoint Presentation</vt:lpstr>
      <vt:lpstr>Aditya Kakkar(zjq5mr)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Aryan Sawhney (ryd2fx)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Aditya Kakkar</cp:lastModifiedBy>
  <cp:revision>3</cp:revision>
  <cp:lastPrinted>2014-10-01T00:28:47Z</cp:lastPrinted>
  <dcterms:created xsi:type="dcterms:W3CDTF">2009-01-05T15:07:26Z</dcterms:created>
  <dcterms:modified xsi:type="dcterms:W3CDTF">2025-05-08T21:15:52Z</dcterms:modified>
</cp:coreProperties>
</file>